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63" r:id="rId3"/>
    <p:sldId id="260" r:id="rId4"/>
    <p:sldId id="261" r:id="rId5"/>
    <p:sldId id="264" r:id="rId6"/>
    <p:sldId id="265" r:id="rId7"/>
    <p:sldId id="266" r:id="rId8"/>
    <p:sldId id="267" r:id="rId9"/>
    <p:sldId id="268" r:id="rId10"/>
  </p:sldIdLst>
  <p:sldSz cx="12193588" cy="6858000"/>
  <p:notesSz cx="6858000" cy="9144000"/>
  <p:defaultTextStyle>
    <a:defPPr>
      <a:defRPr lang="es-ES"/>
    </a:defPPr>
    <a:lvl1pPr marL="0" algn="l" defTabSz="562198" rtl="0" eaLnBrk="1" latinLnBrk="0" hangingPunct="1">
      <a:defRPr sz="2266" kern="1200">
        <a:solidFill>
          <a:schemeClr val="tx1"/>
        </a:solidFill>
        <a:latin typeface="+mn-lt"/>
        <a:ea typeface="+mn-ea"/>
        <a:cs typeface="+mn-cs"/>
      </a:defRPr>
    </a:lvl1pPr>
    <a:lvl2pPr marL="562198" algn="l" defTabSz="562198" rtl="0" eaLnBrk="1" latinLnBrk="0" hangingPunct="1">
      <a:defRPr sz="2266" kern="1200">
        <a:solidFill>
          <a:schemeClr val="tx1"/>
        </a:solidFill>
        <a:latin typeface="+mn-lt"/>
        <a:ea typeface="+mn-ea"/>
        <a:cs typeface="+mn-cs"/>
      </a:defRPr>
    </a:lvl2pPr>
    <a:lvl3pPr marL="1124395" algn="l" defTabSz="562198" rtl="0" eaLnBrk="1" latinLnBrk="0" hangingPunct="1">
      <a:defRPr sz="2266" kern="1200">
        <a:solidFill>
          <a:schemeClr val="tx1"/>
        </a:solidFill>
        <a:latin typeface="+mn-lt"/>
        <a:ea typeface="+mn-ea"/>
        <a:cs typeface="+mn-cs"/>
      </a:defRPr>
    </a:lvl3pPr>
    <a:lvl4pPr marL="1686592" algn="l" defTabSz="562198" rtl="0" eaLnBrk="1" latinLnBrk="0" hangingPunct="1">
      <a:defRPr sz="2266" kern="1200">
        <a:solidFill>
          <a:schemeClr val="tx1"/>
        </a:solidFill>
        <a:latin typeface="+mn-lt"/>
        <a:ea typeface="+mn-ea"/>
        <a:cs typeface="+mn-cs"/>
      </a:defRPr>
    </a:lvl4pPr>
    <a:lvl5pPr marL="2248788" algn="l" defTabSz="562198" rtl="0" eaLnBrk="1" latinLnBrk="0" hangingPunct="1">
      <a:defRPr sz="2266" kern="1200">
        <a:solidFill>
          <a:schemeClr val="tx1"/>
        </a:solidFill>
        <a:latin typeface="+mn-lt"/>
        <a:ea typeface="+mn-ea"/>
        <a:cs typeface="+mn-cs"/>
      </a:defRPr>
    </a:lvl5pPr>
    <a:lvl6pPr marL="2810986" algn="l" defTabSz="562198" rtl="0" eaLnBrk="1" latinLnBrk="0" hangingPunct="1">
      <a:defRPr sz="2266" kern="1200">
        <a:solidFill>
          <a:schemeClr val="tx1"/>
        </a:solidFill>
        <a:latin typeface="+mn-lt"/>
        <a:ea typeface="+mn-ea"/>
        <a:cs typeface="+mn-cs"/>
      </a:defRPr>
    </a:lvl6pPr>
    <a:lvl7pPr marL="3373183" algn="l" defTabSz="562198" rtl="0" eaLnBrk="1" latinLnBrk="0" hangingPunct="1">
      <a:defRPr sz="2266" kern="1200">
        <a:solidFill>
          <a:schemeClr val="tx1"/>
        </a:solidFill>
        <a:latin typeface="+mn-lt"/>
        <a:ea typeface="+mn-ea"/>
        <a:cs typeface="+mn-cs"/>
      </a:defRPr>
    </a:lvl7pPr>
    <a:lvl8pPr marL="3935381" algn="l" defTabSz="562198" rtl="0" eaLnBrk="1" latinLnBrk="0" hangingPunct="1">
      <a:defRPr sz="2266" kern="1200">
        <a:solidFill>
          <a:schemeClr val="tx1"/>
        </a:solidFill>
        <a:latin typeface="+mn-lt"/>
        <a:ea typeface="+mn-ea"/>
        <a:cs typeface="+mn-cs"/>
      </a:defRPr>
    </a:lvl8pPr>
    <a:lvl9pPr marL="4497579" algn="l" defTabSz="562198" rtl="0" eaLnBrk="1" latinLnBrk="0" hangingPunct="1">
      <a:defRPr sz="226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26"/>
    <p:restoredTop sz="94666"/>
  </p:normalViewPr>
  <p:slideViewPr>
    <p:cSldViewPr snapToGrid="0" snapToObjects="1">
      <p:cViewPr varScale="1">
        <p:scale>
          <a:sx n="68" d="100"/>
          <a:sy n="68" d="100"/>
        </p:scale>
        <p:origin x="882" y="72"/>
      </p:cViewPr>
      <p:guideLst>
        <p:guide orient="horz" pos="2161"/>
        <p:guide pos="384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DB08DA41-61FB-244B-A279-91BD97CDB07A}"/>
              </a:ext>
            </a:extLst>
          </p:cNvPr>
          <p:cNvPicPr>
            <a:picLocks noChangeAspect="1"/>
          </p:cNvPicPr>
          <p:nvPr userDrawn="1"/>
        </p:nvPicPr>
        <p:blipFill>
          <a:blip r:embed="rId2"/>
          <a:srcRect/>
          <a:stretch/>
        </p:blipFill>
        <p:spPr>
          <a:xfrm>
            <a:off x="794" y="0"/>
            <a:ext cx="12192000" cy="6858000"/>
          </a:xfrm>
          <a:prstGeom prst="rect">
            <a:avLst/>
          </a:prstGeom>
        </p:spPr>
      </p:pic>
    </p:spTree>
    <p:extLst>
      <p:ext uri="{BB962C8B-B14F-4D97-AF65-F5344CB8AC3E}">
        <p14:creationId xmlns:p14="http://schemas.microsoft.com/office/powerpoint/2010/main" val="11016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51D69CAD-EBB2-5A42-989F-E9AE1EEBA951}"/>
              </a:ext>
            </a:extLst>
          </p:cNvPr>
          <p:cNvPicPr>
            <a:picLocks noChangeAspect="1"/>
          </p:cNvPicPr>
          <p:nvPr userDrawn="1"/>
        </p:nvPicPr>
        <p:blipFill>
          <a:blip r:embed="rId2"/>
          <a:stretch>
            <a:fillRect/>
          </a:stretch>
        </p:blipFill>
        <p:spPr>
          <a:xfrm>
            <a:off x="6433" y="0"/>
            <a:ext cx="12180722" cy="6858000"/>
          </a:xfrm>
          <a:prstGeom prst="rect">
            <a:avLst/>
          </a:prstGeom>
        </p:spPr>
      </p:pic>
      <p:pic>
        <p:nvPicPr>
          <p:cNvPr id="12" name="Imagen 11">
            <a:extLst>
              <a:ext uri="{FF2B5EF4-FFF2-40B4-BE49-F238E27FC236}">
                <a16:creationId xmlns:a16="http://schemas.microsoft.com/office/drawing/2014/main" id="{19BFE3CA-17F0-3E42-92B0-C63C49C9495E}"/>
              </a:ext>
            </a:extLst>
          </p:cNvPr>
          <p:cNvPicPr>
            <a:picLocks noChangeAspect="1"/>
          </p:cNvPicPr>
          <p:nvPr userDrawn="1"/>
        </p:nvPicPr>
        <p:blipFill>
          <a:blip r:embed="rId3"/>
          <a:srcRect/>
          <a:stretch/>
        </p:blipFill>
        <p:spPr>
          <a:xfrm>
            <a:off x="3261" y="1388"/>
            <a:ext cx="12187066" cy="6855224"/>
          </a:xfrm>
          <a:prstGeom prst="rect">
            <a:avLst/>
          </a:prstGeom>
        </p:spPr>
      </p:pic>
    </p:spTree>
    <p:extLst>
      <p:ext uri="{BB962C8B-B14F-4D97-AF65-F5344CB8AC3E}">
        <p14:creationId xmlns:p14="http://schemas.microsoft.com/office/powerpoint/2010/main" val="401142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963211" y="4406902"/>
            <a:ext cx="10364550" cy="1362075"/>
          </a:xfrm>
          <a:prstGeom prst="rect">
            <a:avLst/>
          </a:prstGeom>
        </p:spPr>
        <p:txBody>
          <a:bodyPr anchor="t"/>
          <a:lstStyle>
            <a:lvl1pPr algn="l">
              <a:defRPr sz="4819" b="1" cap="all"/>
            </a:lvl1pPr>
          </a:lstStyle>
          <a:p>
            <a:r>
              <a:rPr lang="es-ES_tradnl"/>
              <a:t>Clic para editar título</a:t>
            </a:r>
            <a:endParaRPr lang="es-ES"/>
          </a:p>
        </p:txBody>
      </p:sp>
      <p:sp>
        <p:nvSpPr>
          <p:cNvPr id="3" name="Marcador de texto 2"/>
          <p:cNvSpPr>
            <a:spLocks noGrp="1"/>
          </p:cNvSpPr>
          <p:nvPr>
            <p:ph type="body" idx="1"/>
          </p:nvPr>
        </p:nvSpPr>
        <p:spPr>
          <a:xfrm>
            <a:off x="963211" y="2906715"/>
            <a:ext cx="10364550" cy="1500187"/>
          </a:xfrm>
          <a:prstGeom prst="rect">
            <a:avLst/>
          </a:prstGeom>
        </p:spPr>
        <p:txBody>
          <a:bodyPr anchor="b"/>
          <a:lstStyle>
            <a:lvl1pPr marL="0" indent="0">
              <a:buNone/>
              <a:defRPr sz="2344">
                <a:solidFill>
                  <a:schemeClr val="tx1">
                    <a:tint val="75000"/>
                  </a:schemeClr>
                </a:solidFill>
              </a:defRPr>
            </a:lvl1pPr>
            <a:lvl2pPr marL="549164" indent="0">
              <a:buNone/>
              <a:defRPr sz="2214">
                <a:solidFill>
                  <a:schemeClr val="tx1">
                    <a:tint val="75000"/>
                  </a:schemeClr>
                </a:solidFill>
              </a:defRPr>
            </a:lvl2pPr>
            <a:lvl3pPr marL="1098327" indent="0">
              <a:buNone/>
              <a:defRPr sz="1954">
                <a:solidFill>
                  <a:schemeClr val="tx1">
                    <a:tint val="75000"/>
                  </a:schemeClr>
                </a:solidFill>
              </a:defRPr>
            </a:lvl3pPr>
            <a:lvl4pPr marL="1647491" indent="0">
              <a:buNone/>
              <a:defRPr sz="1693">
                <a:solidFill>
                  <a:schemeClr val="tx1">
                    <a:tint val="75000"/>
                  </a:schemeClr>
                </a:solidFill>
              </a:defRPr>
            </a:lvl4pPr>
            <a:lvl5pPr marL="2196653" indent="0">
              <a:buNone/>
              <a:defRPr sz="1693">
                <a:solidFill>
                  <a:schemeClr val="tx1">
                    <a:tint val="75000"/>
                  </a:schemeClr>
                </a:solidFill>
              </a:defRPr>
            </a:lvl5pPr>
            <a:lvl6pPr marL="2745817" indent="0">
              <a:buNone/>
              <a:defRPr sz="1693">
                <a:solidFill>
                  <a:schemeClr val="tx1">
                    <a:tint val="75000"/>
                  </a:schemeClr>
                </a:solidFill>
              </a:defRPr>
            </a:lvl6pPr>
            <a:lvl7pPr marL="3294981" indent="0">
              <a:buNone/>
              <a:defRPr sz="1693">
                <a:solidFill>
                  <a:schemeClr val="tx1">
                    <a:tint val="75000"/>
                  </a:schemeClr>
                </a:solidFill>
              </a:defRPr>
            </a:lvl7pPr>
            <a:lvl8pPr marL="3844144" indent="0">
              <a:buNone/>
              <a:defRPr sz="1693">
                <a:solidFill>
                  <a:schemeClr val="tx1">
                    <a:tint val="75000"/>
                  </a:schemeClr>
                </a:solidFill>
              </a:defRPr>
            </a:lvl8pPr>
            <a:lvl9pPr marL="4393308" indent="0">
              <a:buNone/>
              <a:defRPr sz="1693">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08/09/2025</a:t>
            </a:fld>
            <a:endParaRPr lang="es-ES"/>
          </a:p>
        </p:txBody>
      </p:sp>
      <p:sp>
        <p:nvSpPr>
          <p:cNvPr id="5" name="Marcador de pie de página 4"/>
          <p:cNvSpPr>
            <a:spLocks noGrp="1"/>
          </p:cNvSpPr>
          <p:nvPr>
            <p:ph type="ftr" sz="quarter" idx="11"/>
          </p:nvPr>
        </p:nvSpPr>
        <p:spPr>
          <a:xfrm>
            <a:off x="4166144" y="6356352"/>
            <a:ext cx="3861303" cy="36512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1823192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p>
            <a:r>
              <a:rPr lang="es-ES_tradnl"/>
              <a:t>Clic para editar título</a:t>
            </a:r>
            <a:endParaRPr lang="es-ES"/>
          </a:p>
        </p:txBody>
      </p:sp>
      <p:sp>
        <p:nvSpPr>
          <p:cNvPr id="3" name="Marcador de contenido 2"/>
          <p:cNvSpPr>
            <a:spLocks noGrp="1"/>
          </p:cNvSpPr>
          <p:nvPr>
            <p:ph sz="half" idx="1"/>
          </p:nvPr>
        </p:nvSpPr>
        <p:spPr>
          <a:xfrm>
            <a:off x="609679" y="1600200"/>
            <a:ext cx="5385501" cy="4525963"/>
          </a:xfrm>
          <a:prstGeom prst="rect">
            <a:avLst/>
          </a:prstGeom>
        </p:spPr>
        <p:txBody>
          <a:bodyPr/>
          <a:lstStyle>
            <a:lvl1pPr>
              <a:defRPr sz="3387"/>
            </a:lvl1pPr>
            <a:lvl2pPr>
              <a:defRPr sz="2865"/>
            </a:lvl2pPr>
            <a:lvl3pPr>
              <a:defRPr sz="2344"/>
            </a:lvl3pPr>
            <a:lvl4pPr>
              <a:defRPr sz="2214"/>
            </a:lvl4pPr>
            <a:lvl5pPr>
              <a:defRPr sz="2214"/>
            </a:lvl5pPr>
            <a:lvl6pPr>
              <a:defRPr sz="2214"/>
            </a:lvl6pPr>
            <a:lvl7pPr>
              <a:defRPr sz="2214"/>
            </a:lvl7pPr>
            <a:lvl8pPr>
              <a:defRPr sz="2214"/>
            </a:lvl8pPr>
            <a:lvl9pPr>
              <a:defRPr sz="221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6198409" y="1600200"/>
            <a:ext cx="5385501" cy="4525963"/>
          </a:xfrm>
          <a:prstGeom prst="rect">
            <a:avLst/>
          </a:prstGeom>
        </p:spPr>
        <p:txBody>
          <a:bodyPr/>
          <a:lstStyle>
            <a:lvl1pPr>
              <a:defRPr sz="3387"/>
            </a:lvl1pPr>
            <a:lvl2pPr>
              <a:defRPr sz="2865"/>
            </a:lvl2pPr>
            <a:lvl3pPr>
              <a:defRPr sz="2344"/>
            </a:lvl3pPr>
            <a:lvl4pPr>
              <a:defRPr sz="2214"/>
            </a:lvl4pPr>
            <a:lvl5pPr>
              <a:defRPr sz="2214"/>
            </a:lvl5pPr>
            <a:lvl6pPr>
              <a:defRPr sz="2214"/>
            </a:lvl6pPr>
            <a:lvl7pPr>
              <a:defRPr sz="2214"/>
            </a:lvl7pPr>
            <a:lvl8pPr>
              <a:defRPr sz="2214"/>
            </a:lvl8pPr>
            <a:lvl9pPr>
              <a:defRPr sz="221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08/09/2025</a:t>
            </a:fld>
            <a:endParaRPr lang="es-ES"/>
          </a:p>
        </p:txBody>
      </p:sp>
      <p:sp>
        <p:nvSpPr>
          <p:cNvPr id="6" name="Marcador de pie de página 5"/>
          <p:cNvSpPr>
            <a:spLocks noGrp="1"/>
          </p:cNvSpPr>
          <p:nvPr>
            <p:ph type="ftr" sz="quarter" idx="11"/>
          </p:nvPr>
        </p:nvSpPr>
        <p:spPr>
          <a:xfrm>
            <a:off x="4166144" y="6356352"/>
            <a:ext cx="3861303" cy="36512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1033460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609679" y="1535113"/>
            <a:ext cx="5387619" cy="639763"/>
          </a:xfrm>
          <a:prstGeom prst="rect">
            <a:avLst/>
          </a:prstGeom>
        </p:spPr>
        <p:txBody>
          <a:bodyPr anchor="b"/>
          <a:lstStyle>
            <a:lvl1pPr marL="0" indent="0">
              <a:buNone/>
              <a:defRPr sz="2865" b="1"/>
            </a:lvl1pPr>
            <a:lvl2pPr marL="549164" indent="0">
              <a:buNone/>
              <a:defRPr sz="2344" b="1"/>
            </a:lvl2pPr>
            <a:lvl3pPr marL="1098327" indent="0">
              <a:buNone/>
              <a:defRPr sz="2214" b="1"/>
            </a:lvl3pPr>
            <a:lvl4pPr marL="1647491" indent="0">
              <a:buNone/>
              <a:defRPr sz="1954" b="1"/>
            </a:lvl4pPr>
            <a:lvl5pPr marL="2196653" indent="0">
              <a:buNone/>
              <a:defRPr sz="1954" b="1"/>
            </a:lvl5pPr>
            <a:lvl6pPr marL="2745817" indent="0">
              <a:buNone/>
              <a:defRPr sz="1954" b="1"/>
            </a:lvl6pPr>
            <a:lvl7pPr marL="3294981" indent="0">
              <a:buNone/>
              <a:defRPr sz="1954" b="1"/>
            </a:lvl7pPr>
            <a:lvl8pPr marL="3844144" indent="0">
              <a:buNone/>
              <a:defRPr sz="1954" b="1"/>
            </a:lvl8pPr>
            <a:lvl9pPr marL="4393308" indent="0">
              <a:buNone/>
              <a:defRPr sz="1954" b="1"/>
            </a:lvl9pPr>
          </a:lstStyle>
          <a:p>
            <a:pPr lvl="0"/>
            <a:r>
              <a:rPr lang="es-ES_tradnl"/>
              <a:t>Haga clic para modificar el estilo de texto del patrón</a:t>
            </a:r>
          </a:p>
        </p:txBody>
      </p:sp>
      <p:sp>
        <p:nvSpPr>
          <p:cNvPr id="4" name="Marcador de contenido 3"/>
          <p:cNvSpPr>
            <a:spLocks noGrp="1"/>
          </p:cNvSpPr>
          <p:nvPr>
            <p:ph sz="half" idx="2"/>
          </p:nvPr>
        </p:nvSpPr>
        <p:spPr>
          <a:xfrm>
            <a:off x="609679" y="2174876"/>
            <a:ext cx="5387619" cy="3951288"/>
          </a:xfrm>
          <a:prstGeom prst="rect">
            <a:avLst/>
          </a:prstGeom>
        </p:spPr>
        <p:txBody>
          <a:bodyPr/>
          <a:lstStyle>
            <a:lvl1pPr>
              <a:defRPr sz="2865"/>
            </a:lvl1pPr>
            <a:lvl2pPr>
              <a:defRPr sz="2344"/>
            </a:lvl2pPr>
            <a:lvl3pPr>
              <a:defRPr sz="2214"/>
            </a:lvl3pPr>
            <a:lvl4pPr>
              <a:defRPr sz="1954"/>
            </a:lvl4pPr>
            <a:lvl5pPr>
              <a:defRPr sz="1954"/>
            </a:lvl5pPr>
            <a:lvl6pPr>
              <a:defRPr sz="1954"/>
            </a:lvl6pPr>
            <a:lvl7pPr>
              <a:defRPr sz="1954"/>
            </a:lvl7pPr>
            <a:lvl8pPr>
              <a:defRPr sz="1954"/>
            </a:lvl8pPr>
            <a:lvl9pPr>
              <a:defRPr sz="195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6194176" y="1535113"/>
            <a:ext cx="5389735" cy="639763"/>
          </a:xfrm>
          <a:prstGeom prst="rect">
            <a:avLst/>
          </a:prstGeom>
        </p:spPr>
        <p:txBody>
          <a:bodyPr anchor="b"/>
          <a:lstStyle>
            <a:lvl1pPr marL="0" indent="0">
              <a:buNone/>
              <a:defRPr sz="2865" b="1"/>
            </a:lvl1pPr>
            <a:lvl2pPr marL="549164" indent="0">
              <a:buNone/>
              <a:defRPr sz="2344" b="1"/>
            </a:lvl2pPr>
            <a:lvl3pPr marL="1098327" indent="0">
              <a:buNone/>
              <a:defRPr sz="2214" b="1"/>
            </a:lvl3pPr>
            <a:lvl4pPr marL="1647491" indent="0">
              <a:buNone/>
              <a:defRPr sz="1954" b="1"/>
            </a:lvl4pPr>
            <a:lvl5pPr marL="2196653" indent="0">
              <a:buNone/>
              <a:defRPr sz="1954" b="1"/>
            </a:lvl5pPr>
            <a:lvl6pPr marL="2745817" indent="0">
              <a:buNone/>
              <a:defRPr sz="1954" b="1"/>
            </a:lvl6pPr>
            <a:lvl7pPr marL="3294981" indent="0">
              <a:buNone/>
              <a:defRPr sz="1954" b="1"/>
            </a:lvl7pPr>
            <a:lvl8pPr marL="3844144" indent="0">
              <a:buNone/>
              <a:defRPr sz="1954" b="1"/>
            </a:lvl8pPr>
            <a:lvl9pPr marL="4393308" indent="0">
              <a:buNone/>
              <a:defRPr sz="1954"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6194176" y="2174876"/>
            <a:ext cx="5389735" cy="3951288"/>
          </a:xfrm>
          <a:prstGeom prst="rect">
            <a:avLst/>
          </a:prstGeom>
        </p:spPr>
        <p:txBody>
          <a:bodyPr/>
          <a:lstStyle>
            <a:lvl1pPr>
              <a:defRPr sz="2865"/>
            </a:lvl1pPr>
            <a:lvl2pPr>
              <a:defRPr sz="2344"/>
            </a:lvl2pPr>
            <a:lvl3pPr>
              <a:defRPr sz="2214"/>
            </a:lvl3pPr>
            <a:lvl4pPr>
              <a:defRPr sz="1954"/>
            </a:lvl4pPr>
            <a:lvl5pPr>
              <a:defRPr sz="1954"/>
            </a:lvl5pPr>
            <a:lvl6pPr>
              <a:defRPr sz="1954"/>
            </a:lvl6pPr>
            <a:lvl7pPr>
              <a:defRPr sz="1954"/>
            </a:lvl7pPr>
            <a:lvl8pPr>
              <a:defRPr sz="1954"/>
            </a:lvl8pPr>
            <a:lvl9pPr>
              <a:defRPr sz="195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08/09/2025</a:t>
            </a:fld>
            <a:endParaRPr lang="es-ES"/>
          </a:p>
        </p:txBody>
      </p:sp>
      <p:sp>
        <p:nvSpPr>
          <p:cNvPr id="8" name="Marcador de pie de página 7"/>
          <p:cNvSpPr>
            <a:spLocks noGrp="1"/>
          </p:cNvSpPr>
          <p:nvPr>
            <p:ph type="ftr" sz="quarter" idx="11"/>
          </p:nvPr>
        </p:nvSpPr>
        <p:spPr>
          <a:xfrm>
            <a:off x="4166144" y="6356352"/>
            <a:ext cx="3861303" cy="365124"/>
          </a:xfrm>
          <a:prstGeom prst="rect">
            <a:avLst/>
          </a:prstGeom>
        </p:spPr>
        <p:txBody>
          <a:bodyPr/>
          <a:lstStyle/>
          <a:p>
            <a:endParaRPr lang="es-ES"/>
          </a:p>
        </p:txBody>
      </p:sp>
      <p:sp>
        <p:nvSpPr>
          <p:cNvPr id="9" name="Marcador de número de diapositiva 8"/>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947240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p>
            <a:r>
              <a:rPr lang="es-ES_tradnl"/>
              <a:t>Clic para editar título</a:t>
            </a:r>
            <a:endParaRPr lang="es-ES"/>
          </a:p>
        </p:txBody>
      </p:sp>
      <p:sp>
        <p:nvSpPr>
          <p:cNvPr id="3" name="Marcador de fecha 2"/>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08/09/2025</a:t>
            </a:fld>
            <a:endParaRPr lang="es-ES"/>
          </a:p>
        </p:txBody>
      </p:sp>
      <p:sp>
        <p:nvSpPr>
          <p:cNvPr id="4" name="Marcador de pie de página 3"/>
          <p:cNvSpPr>
            <a:spLocks noGrp="1"/>
          </p:cNvSpPr>
          <p:nvPr>
            <p:ph type="ftr" sz="quarter" idx="11"/>
          </p:nvPr>
        </p:nvSpPr>
        <p:spPr>
          <a:xfrm>
            <a:off x="4166144" y="6356352"/>
            <a:ext cx="3861303" cy="365124"/>
          </a:xfrm>
          <a:prstGeom prst="rect">
            <a:avLst/>
          </a:prstGeom>
        </p:spPr>
        <p:txBody>
          <a:bodyPr/>
          <a:lstStyle/>
          <a:p>
            <a:endParaRPr lang="es-ES"/>
          </a:p>
        </p:txBody>
      </p:sp>
      <p:sp>
        <p:nvSpPr>
          <p:cNvPr id="5" name="Marcador de número de diapositiva 4"/>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504005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08/09/2025</a:t>
            </a:fld>
            <a:endParaRPr lang="es-ES"/>
          </a:p>
        </p:txBody>
      </p:sp>
      <p:sp>
        <p:nvSpPr>
          <p:cNvPr id="3" name="Marcador de pie de página 2"/>
          <p:cNvSpPr>
            <a:spLocks noGrp="1"/>
          </p:cNvSpPr>
          <p:nvPr>
            <p:ph type="ftr" sz="quarter" idx="11"/>
          </p:nvPr>
        </p:nvSpPr>
        <p:spPr>
          <a:xfrm>
            <a:off x="4166144" y="6356352"/>
            <a:ext cx="3861303" cy="365124"/>
          </a:xfrm>
          <a:prstGeom prst="rect">
            <a:avLst/>
          </a:prstGeom>
        </p:spPr>
        <p:txBody>
          <a:bodyPr/>
          <a:lstStyle/>
          <a:p>
            <a:endParaRPr lang="es-ES"/>
          </a:p>
        </p:txBody>
      </p:sp>
      <p:sp>
        <p:nvSpPr>
          <p:cNvPr id="4" name="Marcador de número de diapositiva 3"/>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3692366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9682" y="273051"/>
            <a:ext cx="4011605" cy="1162049"/>
          </a:xfrm>
          <a:prstGeom prst="rect">
            <a:avLst/>
          </a:prstGeom>
        </p:spPr>
        <p:txBody>
          <a:bodyPr anchor="b"/>
          <a:lstStyle>
            <a:lvl1pPr algn="l">
              <a:defRPr sz="2344" b="1"/>
            </a:lvl1pPr>
          </a:lstStyle>
          <a:p>
            <a:r>
              <a:rPr lang="es-ES_tradnl"/>
              <a:t>Clic para editar título</a:t>
            </a:r>
            <a:endParaRPr lang="es-ES"/>
          </a:p>
        </p:txBody>
      </p:sp>
      <p:sp>
        <p:nvSpPr>
          <p:cNvPr id="3" name="Marcador de contenido 2"/>
          <p:cNvSpPr>
            <a:spLocks noGrp="1"/>
          </p:cNvSpPr>
          <p:nvPr>
            <p:ph idx="1"/>
          </p:nvPr>
        </p:nvSpPr>
        <p:spPr>
          <a:xfrm>
            <a:off x="4767355" y="273051"/>
            <a:ext cx="6816554" cy="5853113"/>
          </a:xfrm>
          <a:prstGeom prst="rect">
            <a:avLst/>
          </a:prstGeom>
        </p:spPr>
        <p:txBody>
          <a:bodyPr/>
          <a:lstStyle>
            <a:lvl1pPr>
              <a:defRPr sz="3907"/>
            </a:lvl1pPr>
            <a:lvl2pPr>
              <a:defRPr sz="3387"/>
            </a:lvl2pPr>
            <a:lvl3pPr>
              <a:defRPr sz="2865"/>
            </a:lvl3pPr>
            <a:lvl4pPr>
              <a:defRPr sz="2344"/>
            </a:lvl4pPr>
            <a:lvl5pPr>
              <a:defRPr sz="2344"/>
            </a:lvl5pPr>
            <a:lvl6pPr>
              <a:defRPr sz="2344"/>
            </a:lvl6pPr>
            <a:lvl7pPr>
              <a:defRPr sz="2344"/>
            </a:lvl7pPr>
            <a:lvl8pPr>
              <a:defRPr sz="2344"/>
            </a:lvl8pPr>
            <a:lvl9pPr>
              <a:defRPr sz="234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609682" y="1435102"/>
            <a:ext cx="4011605" cy="4691062"/>
          </a:xfrm>
          <a:prstGeom prst="rect">
            <a:avLst/>
          </a:prstGeom>
        </p:spPr>
        <p:txBody>
          <a:bodyPr/>
          <a:lstStyle>
            <a:lvl1pPr marL="0" indent="0">
              <a:buNone/>
              <a:defRPr sz="1693"/>
            </a:lvl1pPr>
            <a:lvl2pPr marL="549164" indent="0">
              <a:buNone/>
              <a:defRPr sz="1433"/>
            </a:lvl2pPr>
            <a:lvl3pPr marL="1098327" indent="0">
              <a:buNone/>
              <a:defRPr sz="1172"/>
            </a:lvl3pPr>
            <a:lvl4pPr marL="1647491" indent="0">
              <a:buNone/>
              <a:defRPr sz="1042"/>
            </a:lvl4pPr>
            <a:lvl5pPr marL="2196653" indent="0">
              <a:buNone/>
              <a:defRPr sz="1042"/>
            </a:lvl5pPr>
            <a:lvl6pPr marL="2745817" indent="0">
              <a:buNone/>
              <a:defRPr sz="1042"/>
            </a:lvl6pPr>
            <a:lvl7pPr marL="3294981" indent="0">
              <a:buNone/>
              <a:defRPr sz="1042"/>
            </a:lvl7pPr>
            <a:lvl8pPr marL="3844144" indent="0">
              <a:buNone/>
              <a:defRPr sz="1042"/>
            </a:lvl8pPr>
            <a:lvl9pPr marL="4393308" indent="0">
              <a:buNone/>
              <a:defRPr sz="1042"/>
            </a:lvl9pPr>
          </a:lstStyle>
          <a:p>
            <a:pPr lvl="0"/>
            <a:r>
              <a:rPr lang="es-ES_tradnl"/>
              <a:t>Haga clic para modificar el estilo de texto del patrón</a:t>
            </a:r>
          </a:p>
        </p:txBody>
      </p:sp>
      <p:sp>
        <p:nvSpPr>
          <p:cNvPr id="5" name="Marcador de fecha 4"/>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08/09/2025</a:t>
            </a:fld>
            <a:endParaRPr lang="es-ES"/>
          </a:p>
        </p:txBody>
      </p:sp>
      <p:sp>
        <p:nvSpPr>
          <p:cNvPr id="6" name="Marcador de pie de página 5"/>
          <p:cNvSpPr>
            <a:spLocks noGrp="1"/>
          </p:cNvSpPr>
          <p:nvPr>
            <p:ph type="ftr" sz="quarter" idx="11"/>
          </p:nvPr>
        </p:nvSpPr>
        <p:spPr>
          <a:xfrm>
            <a:off x="4166144" y="6356352"/>
            <a:ext cx="3861303" cy="36512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263740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2390029" y="4800599"/>
            <a:ext cx="7316153" cy="566739"/>
          </a:xfrm>
          <a:prstGeom prst="rect">
            <a:avLst/>
          </a:prstGeom>
        </p:spPr>
        <p:txBody>
          <a:bodyPr anchor="b"/>
          <a:lstStyle>
            <a:lvl1pPr algn="l">
              <a:defRPr sz="2344" b="1"/>
            </a:lvl1pPr>
          </a:lstStyle>
          <a:p>
            <a:r>
              <a:rPr lang="es-ES_tradnl"/>
              <a:t>Clic para editar título</a:t>
            </a:r>
            <a:endParaRPr lang="es-ES"/>
          </a:p>
        </p:txBody>
      </p:sp>
      <p:sp>
        <p:nvSpPr>
          <p:cNvPr id="3" name="Marcador de posición de imagen 2"/>
          <p:cNvSpPr>
            <a:spLocks noGrp="1"/>
          </p:cNvSpPr>
          <p:nvPr>
            <p:ph type="pic" idx="1"/>
          </p:nvPr>
        </p:nvSpPr>
        <p:spPr>
          <a:xfrm>
            <a:off x="2390029" y="612777"/>
            <a:ext cx="7316153" cy="4114800"/>
          </a:xfrm>
          <a:prstGeom prst="rect">
            <a:avLst/>
          </a:prstGeom>
        </p:spPr>
        <p:txBody>
          <a:bodyPr/>
          <a:lstStyle>
            <a:lvl1pPr marL="0" indent="0">
              <a:buNone/>
              <a:defRPr sz="3907"/>
            </a:lvl1pPr>
            <a:lvl2pPr marL="549164" indent="0">
              <a:buNone/>
              <a:defRPr sz="3387"/>
            </a:lvl2pPr>
            <a:lvl3pPr marL="1098327" indent="0">
              <a:buNone/>
              <a:defRPr sz="2865"/>
            </a:lvl3pPr>
            <a:lvl4pPr marL="1647491" indent="0">
              <a:buNone/>
              <a:defRPr sz="2344"/>
            </a:lvl4pPr>
            <a:lvl5pPr marL="2196653" indent="0">
              <a:buNone/>
              <a:defRPr sz="2344"/>
            </a:lvl5pPr>
            <a:lvl6pPr marL="2745817" indent="0">
              <a:buNone/>
              <a:defRPr sz="2344"/>
            </a:lvl6pPr>
            <a:lvl7pPr marL="3294981" indent="0">
              <a:buNone/>
              <a:defRPr sz="2344"/>
            </a:lvl7pPr>
            <a:lvl8pPr marL="3844144" indent="0">
              <a:buNone/>
              <a:defRPr sz="2344"/>
            </a:lvl8pPr>
            <a:lvl9pPr marL="4393308" indent="0">
              <a:buNone/>
              <a:defRPr sz="2344"/>
            </a:lvl9pPr>
          </a:lstStyle>
          <a:p>
            <a:endParaRPr lang="es-ES"/>
          </a:p>
        </p:txBody>
      </p:sp>
      <p:sp>
        <p:nvSpPr>
          <p:cNvPr id="4" name="Marcador de texto 3"/>
          <p:cNvSpPr>
            <a:spLocks noGrp="1"/>
          </p:cNvSpPr>
          <p:nvPr>
            <p:ph type="body" sz="half" idx="2"/>
          </p:nvPr>
        </p:nvSpPr>
        <p:spPr>
          <a:xfrm>
            <a:off x="2390029" y="5367339"/>
            <a:ext cx="7316153" cy="804862"/>
          </a:xfrm>
          <a:prstGeom prst="rect">
            <a:avLst/>
          </a:prstGeom>
        </p:spPr>
        <p:txBody>
          <a:bodyPr/>
          <a:lstStyle>
            <a:lvl1pPr marL="0" indent="0">
              <a:buNone/>
              <a:defRPr sz="1693"/>
            </a:lvl1pPr>
            <a:lvl2pPr marL="549164" indent="0">
              <a:buNone/>
              <a:defRPr sz="1433"/>
            </a:lvl2pPr>
            <a:lvl3pPr marL="1098327" indent="0">
              <a:buNone/>
              <a:defRPr sz="1172"/>
            </a:lvl3pPr>
            <a:lvl4pPr marL="1647491" indent="0">
              <a:buNone/>
              <a:defRPr sz="1042"/>
            </a:lvl4pPr>
            <a:lvl5pPr marL="2196653" indent="0">
              <a:buNone/>
              <a:defRPr sz="1042"/>
            </a:lvl5pPr>
            <a:lvl6pPr marL="2745817" indent="0">
              <a:buNone/>
              <a:defRPr sz="1042"/>
            </a:lvl6pPr>
            <a:lvl7pPr marL="3294981" indent="0">
              <a:buNone/>
              <a:defRPr sz="1042"/>
            </a:lvl7pPr>
            <a:lvl8pPr marL="3844144" indent="0">
              <a:buNone/>
              <a:defRPr sz="1042"/>
            </a:lvl8pPr>
            <a:lvl9pPr marL="4393308" indent="0">
              <a:buNone/>
              <a:defRPr sz="1042"/>
            </a:lvl9pPr>
          </a:lstStyle>
          <a:p>
            <a:pPr lvl="0"/>
            <a:r>
              <a:rPr lang="es-ES_tradnl"/>
              <a:t>Haga clic para modificar el estilo de texto del patrón</a:t>
            </a:r>
          </a:p>
        </p:txBody>
      </p:sp>
      <p:sp>
        <p:nvSpPr>
          <p:cNvPr id="5" name="Marcador de fecha 4"/>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08/09/2025</a:t>
            </a:fld>
            <a:endParaRPr lang="es-ES"/>
          </a:p>
        </p:txBody>
      </p:sp>
      <p:sp>
        <p:nvSpPr>
          <p:cNvPr id="6" name="Marcador de pie de página 5"/>
          <p:cNvSpPr>
            <a:spLocks noGrp="1"/>
          </p:cNvSpPr>
          <p:nvPr>
            <p:ph type="ftr" sz="quarter" idx="11"/>
          </p:nvPr>
        </p:nvSpPr>
        <p:spPr>
          <a:xfrm>
            <a:off x="4166144" y="6356352"/>
            <a:ext cx="3861303" cy="36512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133969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p>
            <a:r>
              <a:rPr lang="es-ES_tradnl"/>
              <a:t>Clic para editar título</a:t>
            </a:r>
            <a:endParaRPr lang="es-ES"/>
          </a:p>
        </p:txBody>
      </p:sp>
      <p:sp>
        <p:nvSpPr>
          <p:cNvPr id="3" name="Marcador de texto vertical 2"/>
          <p:cNvSpPr>
            <a:spLocks noGrp="1"/>
          </p:cNvSpPr>
          <p:nvPr>
            <p:ph type="body" orient="vert" idx="1"/>
          </p:nvPr>
        </p:nvSpPr>
        <p:spPr>
          <a:xfrm>
            <a:off x="609681" y="1600200"/>
            <a:ext cx="10974230" cy="4525963"/>
          </a:xfrm>
          <a:prstGeom prst="rect">
            <a:avLst/>
          </a:prstGeo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08/09/2025</a:t>
            </a:fld>
            <a:endParaRPr lang="es-ES"/>
          </a:p>
        </p:txBody>
      </p:sp>
      <p:sp>
        <p:nvSpPr>
          <p:cNvPr id="5" name="Marcador de pie de página 4"/>
          <p:cNvSpPr>
            <a:spLocks noGrp="1"/>
          </p:cNvSpPr>
          <p:nvPr>
            <p:ph type="ftr" sz="quarter" idx="11"/>
          </p:nvPr>
        </p:nvSpPr>
        <p:spPr>
          <a:xfrm>
            <a:off x="4166144" y="6356352"/>
            <a:ext cx="3861303" cy="36512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4067271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840352" y="274638"/>
            <a:ext cx="2743557" cy="5851525"/>
          </a:xfrm>
          <a:prstGeom prst="rect">
            <a:avLst/>
          </a:prstGeo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609680" y="274638"/>
            <a:ext cx="8027446" cy="5851525"/>
          </a:xfrm>
          <a:prstGeom prst="rect">
            <a:avLst/>
          </a:prstGeo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08/09/2025</a:t>
            </a:fld>
            <a:endParaRPr lang="es-ES"/>
          </a:p>
        </p:txBody>
      </p:sp>
      <p:sp>
        <p:nvSpPr>
          <p:cNvPr id="5" name="Marcador de pie de página 4"/>
          <p:cNvSpPr>
            <a:spLocks noGrp="1"/>
          </p:cNvSpPr>
          <p:nvPr>
            <p:ph type="ftr" sz="quarter" idx="11"/>
          </p:nvPr>
        </p:nvSpPr>
        <p:spPr>
          <a:xfrm>
            <a:off x="4166144" y="6356352"/>
            <a:ext cx="3861303" cy="36512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2331201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FE719049-0792-3C47-8B7F-6A2B8796E369}"/>
              </a:ext>
            </a:extLst>
          </p:cNvPr>
          <p:cNvPicPr>
            <a:picLocks noChangeAspect="1"/>
          </p:cNvPicPr>
          <p:nvPr userDrawn="1"/>
        </p:nvPicPr>
        <p:blipFill>
          <a:blip r:embed="rId13"/>
          <a:stretch>
            <a:fillRect/>
          </a:stretch>
        </p:blipFill>
        <p:spPr>
          <a:xfrm>
            <a:off x="3261" y="0"/>
            <a:ext cx="12187066" cy="6858000"/>
          </a:xfrm>
          <a:prstGeom prst="rect">
            <a:avLst/>
          </a:prstGeom>
        </p:spPr>
      </p:pic>
      <p:pic>
        <p:nvPicPr>
          <p:cNvPr id="10" name="Imagen 9">
            <a:extLst>
              <a:ext uri="{FF2B5EF4-FFF2-40B4-BE49-F238E27FC236}">
                <a16:creationId xmlns:a16="http://schemas.microsoft.com/office/drawing/2014/main" id="{183BDCB3-BDA9-9F48-A911-03AD84A91034}"/>
              </a:ext>
            </a:extLst>
          </p:cNvPr>
          <p:cNvPicPr>
            <a:picLocks noChangeAspect="1"/>
          </p:cNvPicPr>
          <p:nvPr userDrawn="1"/>
        </p:nvPicPr>
        <p:blipFill>
          <a:blip r:embed="rId14"/>
          <a:srcRect/>
          <a:stretch/>
        </p:blipFill>
        <p:spPr>
          <a:xfrm>
            <a:off x="6433" y="3172"/>
            <a:ext cx="12180722" cy="6851656"/>
          </a:xfrm>
          <a:prstGeom prst="rect">
            <a:avLst/>
          </a:prstGeom>
        </p:spPr>
      </p:pic>
    </p:spTree>
    <p:extLst>
      <p:ext uri="{BB962C8B-B14F-4D97-AF65-F5344CB8AC3E}">
        <p14:creationId xmlns:p14="http://schemas.microsoft.com/office/powerpoint/2010/main" val="1316764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549164" rtl="0" eaLnBrk="1" latinLnBrk="0" hangingPunct="1">
        <a:spcBef>
          <a:spcPct val="0"/>
        </a:spcBef>
        <a:buNone/>
        <a:defRPr sz="5340" kern="1200">
          <a:solidFill>
            <a:schemeClr val="tx1"/>
          </a:solidFill>
          <a:latin typeface="+mj-lt"/>
          <a:ea typeface="+mj-ea"/>
          <a:cs typeface="+mj-cs"/>
        </a:defRPr>
      </a:lvl1pPr>
    </p:titleStyle>
    <p:bodyStyle>
      <a:lvl1pPr marL="411872" indent="-411872" algn="l" defTabSz="549164" rtl="0" eaLnBrk="1" latinLnBrk="0" hangingPunct="1">
        <a:spcBef>
          <a:spcPct val="20000"/>
        </a:spcBef>
        <a:buFont typeface="Arial"/>
        <a:buChar char="•"/>
        <a:defRPr sz="3907" kern="1200">
          <a:solidFill>
            <a:schemeClr val="tx1"/>
          </a:solidFill>
          <a:latin typeface="+mn-lt"/>
          <a:ea typeface="+mn-ea"/>
          <a:cs typeface="+mn-cs"/>
        </a:defRPr>
      </a:lvl1pPr>
      <a:lvl2pPr marL="892390" indent="-343228" algn="l" defTabSz="549164" rtl="0" eaLnBrk="1" latinLnBrk="0" hangingPunct="1">
        <a:spcBef>
          <a:spcPct val="20000"/>
        </a:spcBef>
        <a:buFont typeface="Arial"/>
        <a:buChar char="–"/>
        <a:defRPr sz="3387" kern="1200">
          <a:solidFill>
            <a:schemeClr val="tx1"/>
          </a:solidFill>
          <a:latin typeface="+mn-lt"/>
          <a:ea typeface="+mn-ea"/>
          <a:cs typeface="+mn-cs"/>
        </a:defRPr>
      </a:lvl2pPr>
      <a:lvl3pPr marL="1372909" indent="-274582" algn="l" defTabSz="549164" rtl="0" eaLnBrk="1" latinLnBrk="0" hangingPunct="1">
        <a:spcBef>
          <a:spcPct val="20000"/>
        </a:spcBef>
        <a:buFont typeface="Arial"/>
        <a:buChar char="•"/>
        <a:defRPr sz="2865" kern="1200">
          <a:solidFill>
            <a:schemeClr val="tx1"/>
          </a:solidFill>
          <a:latin typeface="+mn-lt"/>
          <a:ea typeface="+mn-ea"/>
          <a:cs typeface="+mn-cs"/>
        </a:defRPr>
      </a:lvl3pPr>
      <a:lvl4pPr marL="1922071" indent="-274582" algn="l" defTabSz="549164" rtl="0" eaLnBrk="1" latinLnBrk="0" hangingPunct="1">
        <a:spcBef>
          <a:spcPct val="20000"/>
        </a:spcBef>
        <a:buFont typeface="Arial"/>
        <a:buChar char="–"/>
        <a:defRPr sz="2344" kern="1200">
          <a:solidFill>
            <a:schemeClr val="tx1"/>
          </a:solidFill>
          <a:latin typeface="+mn-lt"/>
          <a:ea typeface="+mn-ea"/>
          <a:cs typeface="+mn-cs"/>
        </a:defRPr>
      </a:lvl4pPr>
      <a:lvl5pPr marL="2471236" indent="-274582" algn="l" defTabSz="549164" rtl="0" eaLnBrk="1" latinLnBrk="0" hangingPunct="1">
        <a:spcBef>
          <a:spcPct val="20000"/>
        </a:spcBef>
        <a:buFont typeface="Arial"/>
        <a:buChar char="»"/>
        <a:defRPr sz="2344" kern="1200">
          <a:solidFill>
            <a:schemeClr val="tx1"/>
          </a:solidFill>
          <a:latin typeface="+mn-lt"/>
          <a:ea typeface="+mn-ea"/>
          <a:cs typeface="+mn-cs"/>
        </a:defRPr>
      </a:lvl5pPr>
      <a:lvl6pPr marL="3020399" indent="-274582" algn="l" defTabSz="549164" rtl="0" eaLnBrk="1" latinLnBrk="0" hangingPunct="1">
        <a:spcBef>
          <a:spcPct val="20000"/>
        </a:spcBef>
        <a:buFont typeface="Arial"/>
        <a:buChar char="•"/>
        <a:defRPr sz="2344" kern="1200">
          <a:solidFill>
            <a:schemeClr val="tx1"/>
          </a:solidFill>
          <a:latin typeface="+mn-lt"/>
          <a:ea typeface="+mn-ea"/>
          <a:cs typeface="+mn-cs"/>
        </a:defRPr>
      </a:lvl6pPr>
      <a:lvl7pPr marL="3569563" indent="-274582" algn="l" defTabSz="549164" rtl="0" eaLnBrk="1" latinLnBrk="0" hangingPunct="1">
        <a:spcBef>
          <a:spcPct val="20000"/>
        </a:spcBef>
        <a:buFont typeface="Arial"/>
        <a:buChar char="•"/>
        <a:defRPr sz="2344" kern="1200">
          <a:solidFill>
            <a:schemeClr val="tx1"/>
          </a:solidFill>
          <a:latin typeface="+mn-lt"/>
          <a:ea typeface="+mn-ea"/>
          <a:cs typeface="+mn-cs"/>
        </a:defRPr>
      </a:lvl7pPr>
      <a:lvl8pPr marL="4118726" indent="-274582" algn="l" defTabSz="549164" rtl="0" eaLnBrk="1" latinLnBrk="0" hangingPunct="1">
        <a:spcBef>
          <a:spcPct val="20000"/>
        </a:spcBef>
        <a:buFont typeface="Arial"/>
        <a:buChar char="•"/>
        <a:defRPr sz="2344" kern="1200">
          <a:solidFill>
            <a:schemeClr val="tx1"/>
          </a:solidFill>
          <a:latin typeface="+mn-lt"/>
          <a:ea typeface="+mn-ea"/>
          <a:cs typeface="+mn-cs"/>
        </a:defRPr>
      </a:lvl8pPr>
      <a:lvl9pPr marL="4667890" indent="-274582" algn="l" defTabSz="549164" rtl="0" eaLnBrk="1" latinLnBrk="0" hangingPunct="1">
        <a:spcBef>
          <a:spcPct val="20000"/>
        </a:spcBef>
        <a:buFont typeface="Arial"/>
        <a:buChar char="•"/>
        <a:defRPr sz="2344" kern="1200">
          <a:solidFill>
            <a:schemeClr val="tx1"/>
          </a:solidFill>
          <a:latin typeface="+mn-lt"/>
          <a:ea typeface="+mn-ea"/>
          <a:cs typeface="+mn-cs"/>
        </a:defRPr>
      </a:lvl9pPr>
    </p:bodyStyle>
    <p:otherStyle>
      <a:defPPr>
        <a:defRPr lang="es-ES"/>
      </a:defPPr>
      <a:lvl1pPr marL="0" algn="l" defTabSz="549164" rtl="0" eaLnBrk="1" latinLnBrk="0" hangingPunct="1">
        <a:defRPr sz="2214" kern="1200">
          <a:solidFill>
            <a:schemeClr val="tx1"/>
          </a:solidFill>
          <a:latin typeface="+mn-lt"/>
          <a:ea typeface="+mn-ea"/>
          <a:cs typeface="+mn-cs"/>
        </a:defRPr>
      </a:lvl1pPr>
      <a:lvl2pPr marL="549164" algn="l" defTabSz="549164" rtl="0" eaLnBrk="1" latinLnBrk="0" hangingPunct="1">
        <a:defRPr sz="2214" kern="1200">
          <a:solidFill>
            <a:schemeClr val="tx1"/>
          </a:solidFill>
          <a:latin typeface="+mn-lt"/>
          <a:ea typeface="+mn-ea"/>
          <a:cs typeface="+mn-cs"/>
        </a:defRPr>
      </a:lvl2pPr>
      <a:lvl3pPr marL="1098327" algn="l" defTabSz="549164" rtl="0" eaLnBrk="1" latinLnBrk="0" hangingPunct="1">
        <a:defRPr sz="2214" kern="1200">
          <a:solidFill>
            <a:schemeClr val="tx1"/>
          </a:solidFill>
          <a:latin typeface="+mn-lt"/>
          <a:ea typeface="+mn-ea"/>
          <a:cs typeface="+mn-cs"/>
        </a:defRPr>
      </a:lvl3pPr>
      <a:lvl4pPr marL="1647491" algn="l" defTabSz="549164" rtl="0" eaLnBrk="1" latinLnBrk="0" hangingPunct="1">
        <a:defRPr sz="2214" kern="1200">
          <a:solidFill>
            <a:schemeClr val="tx1"/>
          </a:solidFill>
          <a:latin typeface="+mn-lt"/>
          <a:ea typeface="+mn-ea"/>
          <a:cs typeface="+mn-cs"/>
        </a:defRPr>
      </a:lvl4pPr>
      <a:lvl5pPr marL="2196653" algn="l" defTabSz="549164" rtl="0" eaLnBrk="1" latinLnBrk="0" hangingPunct="1">
        <a:defRPr sz="2214" kern="1200">
          <a:solidFill>
            <a:schemeClr val="tx1"/>
          </a:solidFill>
          <a:latin typeface="+mn-lt"/>
          <a:ea typeface="+mn-ea"/>
          <a:cs typeface="+mn-cs"/>
        </a:defRPr>
      </a:lvl5pPr>
      <a:lvl6pPr marL="2745817" algn="l" defTabSz="549164" rtl="0" eaLnBrk="1" latinLnBrk="0" hangingPunct="1">
        <a:defRPr sz="2214" kern="1200">
          <a:solidFill>
            <a:schemeClr val="tx1"/>
          </a:solidFill>
          <a:latin typeface="+mn-lt"/>
          <a:ea typeface="+mn-ea"/>
          <a:cs typeface="+mn-cs"/>
        </a:defRPr>
      </a:lvl6pPr>
      <a:lvl7pPr marL="3294981" algn="l" defTabSz="549164" rtl="0" eaLnBrk="1" latinLnBrk="0" hangingPunct="1">
        <a:defRPr sz="2214" kern="1200">
          <a:solidFill>
            <a:schemeClr val="tx1"/>
          </a:solidFill>
          <a:latin typeface="+mn-lt"/>
          <a:ea typeface="+mn-ea"/>
          <a:cs typeface="+mn-cs"/>
        </a:defRPr>
      </a:lvl7pPr>
      <a:lvl8pPr marL="3844144" algn="l" defTabSz="549164" rtl="0" eaLnBrk="1" latinLnBrk="0" hangingPunct="1">
        <a:defRPr sz="2214" kern="1200">
          <a:solidFill>
            <a:schemeClr val="tx1"/>
          </a:solidFill>
          <a:latin typeface="+mn-lt"/>
          <a:ea typeface="+mn-ea"/>
          <a:cs typeface="+mn-cs"/>
        </a:defRPr>
      </a:lvl8pPr>
      <a:lvl9pPr marL="4393308" algn="l" defTabSz="549164" rtl="0" eaLnBrk="1" latinLnBrk="0" hangingPunct="1">
        <a:defRPr sz="22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F4B8E2FC-C49D-AE61-2DBB-8A2F4EAC3287}"/>
              </a:ext>
            </a:extLst>
          </p:cNvPr>
          <p:cNvSpPr txBox="1"/>
          <p:nvPr/>
        </p:nvSpPr>
        <p:spPr>
          <a:xfrm>
            <a:off x="5752730" y="372862"/>
            <a:ext cx="6152225" cy="954107"/>
          </a:xfrm>
          <a:prstGeom prst="rect">
            <a:avLst/>
          </a:prstGeom>
          <a:noFill/>
        </p:spPr>
        <p:txBody>
          <a:bodyPr wrap="square" rtlCol="0">
            <a:spAutoFit/>
          </a:bodyPr>
          <a:lstStyle/>
          <a:p>
            <a:pPr algn="ctr"/>
            <a:r>
              <a:rPr lang="en-US" sz="2800" dirty="0"/>
              <a:t>SIWVENTAS</a:t>
            </a:r>
          </a:p>
          <a:p>
            <a:pPr algn="ctr"/>
            <a:r>
              <a:rPr lang="en-US" sz="2800" dirty="0"/>
              <a:t>(APP SUPERMERCADO)</a:t>
            </a:r>
          </a:p>
        </p:txBody>
      </p:sp>
      <p:sp>
        <p:nvSpPr>
          <p:cNvPr id="4" name="CuadroTexto 3">
            <a:extLst>
              <a:ext uri="{FF2B5EF4-FFF2-40B4-BE49-F238E27FC236}">
                <a16:creationId xmlns:a16="http://schemas.microsoft.com/office/drawing/2014/main" id="{3164481C-CC58-FA52-FF61-F423B4D4D7C6}"/>
              </a:ext>
            </a:extLst>
          </p:cNvPr>
          <p:cNvSpPr txBox="1"/>
          <p:nvPr/>
        </p:nvSpPr>
        <p:spPr>
          <a:xfrm>
            <a:off x="5885894" y="2315638"/>
            <a:ext cx="5885895" cy="441018"/>
          </a:xfrm>
          <a:prstGeom prst="rect">
            <a:avLst/>
          </a:prstGeom>
          <a:noFill/>
        </p:spPr>
        <p:txBody>
          <a:bodyPr wrap="square" rtlCol="0">
            <a:spAutoFit/>
          </a:bodyPr>
          <a:lstStyle/>
          <a:p>
            <a:pPr algn="ctr"/>
            <a:r>
              <a:rPr lang="en-US" dirty="0"/>
              <a:t>JUAN JOSE TORREJANO ROJAS</a:t>
            </a:r>
          </a:p>
        </p:txBody>
      </p:sp>
      <p:sp>
        <p:nvSpPr>
          <p:cNvPr id="5" name="CuadroTexto 4">
            <a:extLst>
              <a:ext uri="{FF2B5EF4-FFF2-40B4-BE49-F238E27FC236}">
                <a16:creationId xmlns:a16="http://schemas.microsoft.com/office/drawing/2014/main" id="{26BF069E-4E2F-B017-2F9D-F2F5BE5AB640}"/>
              </a:ext>
            </a:extLst>
          </p:cNvPr>
          <p:cNvSpPr txBox="1"/>
          <p:nvPr/>
        </p:nvSpPr>
        <p:spPr>
          <a:xfrm>
            <a:off x="6824706" y="3283314"/>
            <a:ext cx="4008269" cy="789703"/>
          </a:xfrm>
          <a:prstGeom prst="rect">
            <a:avLst/>
          </a:prstGeom>
          <a:noFill/>
        </p:spPr>
        <p:txBody>
          <a:bodyPr wrap="square" rtlCol="0">
            <a:spAutoFit/>
          </a:bodyPr>
          <a:lstStyle/>
          <a:p>
            <a:pPr algn="ctr"/>
            <a:r>
              <a:rPr lang="en-US" dirty="0"/>
              <a:t>ING.</a:t>
            </a:r>
          </a:p>
          <a:p>
            <a:pPr algn="ctr"/>
            <a:r>
              <a:rPr lang="en-US" dirty="0"/>
              <a:t>JESUS ARIEL BONILLA GONZALES</a:t>
            </a:r>
          </a:p>
        </p:txBody>
      </p:sp>
      <p:sp>
        <p:nvSpPr>
          <p:cNvPr id="6" name="CuadroTexto 5">
            <a:extLst>
              <a:ext uri="{FF2B5EF4-FFF2-40B4-BE49-F238E27FC236}">
                <a16:creationId xmlns:a16="http://schemas.microsoft.com/office/drawing/2014/main" id="{7C58B853-E07E-4B0C-4116-20C338FD2467}"/>
              </a:ext>
            </a:extLst>
          </p:cNvPr>
          <p:cNvSpPr txBox="1"/>
          <p:nvPr/>
        </p:nvSpPr>
        <p:spPr>
          <a:xfrm>
            <a:off x="6144399" y="5113538"/>
            <a:ext cx="5368882" cy="789703"/>
          </a:xfrm>
          <a:prstGeom prst="rect">
            <a:avLst/>
          </a:prstGeom>
          <a:noFill/>
        </p:spPr>
        <p:txBody>
          <a:bodyPr wrap="square" rtlCol="0">
            <a:spAutoFit/>
          </a:bodyPr>
          <a:lstStyle/>
          <a:p>
            <a:pPr algn="ctr"/>
            <a:r>
              <a:rPr lang="en-US" dirty="0"/>
              <a:t>CORPORACION UNIVERSITARIA DEL HUILA</a:t>
            </a:r>
          </a:p>
          <a:p>
            <a:pPr algn="ctr"/>
            <a:r>
              <a:rPr lang="en-US" dirty="0"/>
              <a:t>CORHUILA</a:t>
            </a:r>
          </a:p>
        </p:txBody>
      </p:sp>
    </p:spTree>
    <p:extLst>
      <p:ext uri="{BB962C8B-B14F-4D97-AF65-F5344CB8AC3E}">
        <p14:creationId xmlns:p14="http://schemas.microsoft.com/office/powerpoint/2010/main" val="1799348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CB60F9C-6F8C-403E-133B-5C1D868E21AB}"/>
              </a:ext>
            </a:extLst>
          </p:cNvPr>
          <p:cNvSpPr txBox="1"/>
          <p:nvPr/>
        </p:nvSpPr>
        <p:spPr>
          <a:xfrm>
            <a:off x="4796215" y="896644"/>
            <a:ext cx="2601157" cy="523220"/>
          </a:xfrm>
          <a:prstGeom prst="rect">
            <a:avLst/>
          </a:prstGeom>
          <a:noFill/>
        </p:spPr>
        <p:txBody>
          <a:bodyPr wrap="square" rtlCol="0">
            <a:spAutoFit/>
          </a:bodyPr>
          <a:lstStyle/>
          <a:p>
            <a:pPr algn="ctr"/>
            <a:r>
              <a:rPr lang="en-US" sz="2800" dirty="0"/>
              <a:t>Objetivos</a:t>
            </a:r>
            <a:endParaRPr lang="en-US" dirty="0"/>
          </a:p>
        </p:txBody>
      </p:sp>
      <p:sp>
        <p:nvSpPr>
          <p:cNvPr id="3" name="CuadroTexto 2">
            <a:extLst>
              <a:ext uri="{FF2B5EF4-FFF2-40B4-BE49-F238E27FC236}">
                <a16:creationId xmlns:a16="http://schemas.microsoft.com/office/drawing/2014/main" id="{C22AD8B3-059C-DE6C-B667-41F6627C9D61}"/>
              </a:ext>
            </a:extLst>
          </p:cNvPr>
          <p:cNvSpPr txBox="1"/>
          <p:nvPr/>
        </p:nvSpPr>
        <p:spPr>
          <a:xfrm>
            <a:off x="1156371" y="2613392"/>
            <a:ext cx="4081454" cy="1631216"/>
          </a:xfrm>
          <a:prstGeom prst="rect">
            <a:avLst/>
          </a:prstGeom>
          <a:noFill/>
        </p:spPr>
        <p:txBody>
          <a:bodyPr wrap="square" rtlCol="0">
            <a:spAutoFit/>
          </a:bodyPr>
          <a:lstStyle/>
          <a:p>
            <a:pPr marL="457200" indent="-457200">
              <a:buFont typeface="+mj-lt"/>
              <a:buAutoNum type="arabicPeriod"/>
            </a:pPr>
            <a:r>
              <a:rPr lang="en-US" sz="2000" dirty="0"/>
              <a:t>Problematica decectada.</a:t>
            </a:r>
          </a:p>
          <a:p>
            <a:pPr marL="457200" indent="-457200">
              <a:buFont typeface="+mj-lt"/>
              <a:buAutoNum type="arabicPeriod"/>
            </a:pPr>
            <a:r>
              <a:rPr lang="en-US" sz="2000" dirty="0"/>
              <a:t>Publico objetivo.</a:t>
            </a:r>
          </a:p>
          <a:p>
            <a:pPr marL="457200" indent="-457200">
              <a:buFont typeface="+mj-lt"/>
              <a:buAutoNum type="arabicPeriod"/>
            </a:pPr>
            <a:r>
              <a:rPr lang="en-US" sz="2000" dirty="0"/>
              <a:t>Tipo de aplicación.</a:t>
            </a:r>
          </a:p>
          <a:p>
            <a:pPr marL="457200" indent="-457200">
              <a:buFont typeface="+mj-lt"/>
              <a:buAutoNum type="arabicPeriod"/>
            </a:pPr>
            <a:r>
              <a:rPr lang="en-US" sz="2000" dirty="0"/>
              <a:t>Ciclo de vida del proyecto.</a:t>
            </a:r>
          </a:p>
          <a:p>
            <a:pPr marL="457200" indent="-457200">
              <a:buFont typeface="+mj-lt"/>
              <a:buAutoNum type="arabicPeriod"/>
            </a:pPr>
            <a:r>
              <a:rPr lang="en-US" sz="2000" dirty="0"/>
              <a:t>Planificación inicial del proyecto.</a:t>
            </a:r>
          </a:p>
        </p:txBody>
      </p:sp>
      <p:pic>
        <p:nvPicPr>
          <p:cNvPr id="5" name="Imagen 4">
            <a:extLst>
              <a:ext uri="{FF2B5EF4-FFF2-40B4-BE49-F238E27FC236}">
                <a16:creationId xmlns:a16="http://schemas.microsoft.com/office/drawing/2014/main" id="{51BD9D1B-FD7C-43E1-39BB-58B8A89B182D}"/>
              </a:ext>
            </a:extLst>
          </p:cNvPr>
          <p:cNvPicPr>
            <a:picLocks noChangeAspect="1"/>
          </p:cNvPicPr>
          <p:nvPr/>
        </p:nvPicPr>
        <p:blipFill>
          <a:blip r:embed="rId2"/>
          <a:stretch>
            <a:fillRect/>
          </a:stretch>
        </p:blipFill>
        <p:spPr>
          <a:xfrm>
            <a:off x="6519593" y="1714500"/>
            <a:ext cx="5143500" cy="3429000"/>
          </a:xfrm>
          <a:prstGeom prst="rect">
            <a:avLst/>
          </a:prstGeom>
        </p:spPr>
      </p:pic>
    </p:spTree>
    <p:extLst>
      <p:ext uri="{BB962C8B-B14F-4D97-AF65-F5344CB8AC3E}">
        <p14:creationId xmlns:p14="http://schemas.microsoft.com/office/powerpoint/2010/main" val="1860473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781A23E-E403-76E3-DA24-54D5EED043D9}"/>
              </a:ext>
            </a:extLst>
          </p:cNvPr>
          <p:cNvSpPr txBox="1"/>
          <p:nvPr/>
        </p:nvSpPr>
        <p:spPr>
          <a:xfrm>
            <a:off x="3238184" y="834501"/>
            <a:ext cx="5717219" cy="523220"/>
          </a:xfrm>
          <a:prstGeom prst="rect">
            <a:avLst/>
          </a:prstGeom>
          <a:noFill/>
        </p:spPr>
        <p:txBody>
          <a:bodyPr wrap="square" rtlCol="0">
            <a:spAutoFit/>
          </a:bodyPr>
          <a:lstStyle/>
          <a:p>
            <a:pPr algn="ctr"/>
            <a:r>
              <a:rPr lang="en-US" sz="2800" dirty="0"/>
              <a:t>Problematica detectada</a:t>
            </a:r>
          </a:p>
        </p:txBody>
      </p:sp>
      <p:sp>
        <p:nvSpPr>
          <p:cNvPr id="3" name="CuadroTexto 2">
            <a:extLst>
              <a:ext uri="{FF2B5EF4-FFF2-40B4-BE49-F238E27FC236}">
                <a16:creationId xmlns:a16="http://schemas.microsoft.com/office/drawing/2014/main" id="{89383410-6EF3-1742-B287-F2633DA73DE3}"/>
              </a:ext>
            </a:extLst>
          </p:cNvPr>
          <p:cNvSpPr txBox="1"/>
          <p:nvPr/>
        </p:nvSpPr>
        <p:spPr>
          <a:xfrm>
            <a:off x="903356" y="1908698"/>
            <a:ext cx="6482865" cy="3970318"/>
          </a:xfrm>
          <a:prstGeom prst="rect">
            <a:avLst/>
          </a:prstGeom>
          <a:noFill/>
        </p:spPr>
        <p:txBody>
          <a:bodyPr wrap="square" rtlCol="0">
            <a:spAutoFit/>
          </a:bodyPr>
          <a:lstStyle/>
          <a:p>
            <a:pPr algn="just"/>
            <a:r>
              <a:rPr lang="es-ES" sz="1800" dirty="0"/>
              <a:t>Encontré una problemática que no solo ocurre en un supermercado, sino en varios. Cuando me hace falta un producto, ya sea de alimentos o de aseo, en mi zona no hay un supermercado cercano. En una ocasión que fui a comprar, me dieron un número telefónico para realizar pedidos desde mi casa y recibirlos a domicilio. El problema es que, al momento de hacer el pedido, la llamada resulta complicada y no es fácil solicitar todo en una sola comunicación.</a:t>
            </a:r>
          </a:p>
          <a:p>
            <a:pPr algn="just"/>
            <a:endParaRPr lang="es-ES" sz="1800" dirty="0"/>
          </a:p>
          <a:p>
            <a:pPr algn="just"/>
            <a:r>
              <a:rPr lang="es-ES" sz="1800" dirty="0"/>
              <a:t>Así que propuse desarrollar una aplicación móvil que facilite el proceso de pedir cada producto de forma más sencilla y automatizada. De esta manera, el administrador podrá visualizar los pedidos y gestionar los domicilios de una forma mucho más práctica y eficiente.</a:t>
            </a:r>
            <a:endParaRPr lang="en-US" sz="1800" dirty="0"/>
          </a:p>
        </p:txBody>
      </p:sp>
      <p:pic>
        <p:nvPicPr>
          <p:cNvPr id="4" name="Imagen 3">
            <a:extLst>
              <a:ext uri="{FF2B5EF4-FFF2-40B4-BE49-F238E27FC236}">
                <a16:creationId xmlns:a16="http://schemas.microsoft.com/office/drawing/2014/main" id="{6D2843AC-7DA9-1110-19D4-26945B8A4A0B}"/>
              </a:ext>
            </a:extLst>
          </p:cNvPr>
          <p:cNvPicPr>
            <a:picLocks noChangeAspect="1"/>
          </p:cNvPicPr>
          <p:nvPr/>
        </p:nvPicPr>
        <p:blipFill>
          <a:blip r:embed="rId2"/>
          <a:srcRect t="2201" b="7833"/>
          <a:stretch>
            <a:fillRect/>
          </a:stretch>
        </p:blipFill>
        <p:spPr>
          <a:xfrm>
            <a:off x="8354560" y="1906479"/>
            <a:ext cx="3204351" cy="3045041"/>
          </a:xfrm>
          <a:prstGeom prst="rect">
            <a:avLst/>
          </a:prstGeom>
        </p:spPr>
      </p:pic>
    </p:spTree>
    <p:extLst>
      <p:ext uri="{BB962C8B-B14F-4D97-AF65-F5344CB8AC3E}">
        <p14:creationId xmlns:p14="http://schemas.microsoft.com/office/powerpoint/2010/main" val="64697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08013C3-BAA7-AE2B-5B7E-1EE5CE722AE3}"/>
              </a:ext>
            </a:extLst>
          </p:cNvPr>
          <p:cNvSpPr txBox="1"/>
          <p:nvPr/>
        </p:nvSpPr>
        <p:spPr>
          <a:xfrm>
            <a:off x="3899570" y="434989"/>
            <a:ext cx="4394447" cy="523220"/>
          </a:xfrm>
          <a:prstGeom prst="rect">
            <a:avLst/>
          </a:prstGeom>
          <a:noFill/>
        </p:spPr>
        <p:txBody>
          <a:bodyPr wrap="square" rtlCol="0">
            <a:spAutoFit/>
          </a:bodyPr>
          <a:lstStyle/>
          <a:p>
            <a:pPr algn="ctr"/>
            <a:r>
              <a:rPr lang="en-US" sz="2800" dirty="0"/>
              <a:t>Publico objetivo</a:t>
            </a:r>
          </a:p>
        </p:txBody>
      </p:sp>
      <p:sp>
        <p:nvSpPr>
          <p:cNvPr id="3" name="CuadroTexto 2">
            <a:extLst>
              <a:ext uri="{FF2B5EF4-FFF2-40B4-BE49-F238E27FC236}">
                <a16:creationId xmlns:a16="http://schemas.microsoft.com/office/drawing/2014/main" id="{CAD29051-DBE0-4A8D-34A5-194A2585EB04}"/>
              </a:ext>
            </a:extLst>
          </p:cNvPr>
          <p:cNvSpPr txBox="1"/>
          <p:nvPr/>
        </p:nvSpPr>
        <p:spPr>
          <a:xfrm>
            <a:off x="4509857" y="1375476"/>
            <a:ext cx="6915704" cy="4524315"/>
          </a:xfrm>
          <a:prstGeom prst="rect">
            <a:avLst/>
          </a:prstGeom>
          <a:noFill/>
        </p:spPr>
        <p:txBody>
          <a:bodyPr wrap="square" rtlCol="0">
            <a:spAutoFit/>
          </a:bodyPr>
          <a:lstStyle/>
          <a:p>
            <a:pPr algn="just"/>
            <a:r>
              <a:rPr lang="en-US" sz="1800" dirty="0"/>
              <a:t>Perfil de usuario: </a:t>
            </a:r>
            <a:r>
              <a:rPr lang="es-ES" sz="1800" dirty="0"/>
              <a:t>Esta dise</a:t>
            </a:r>
            <a:r>
              <a:rPr lang="es-CO" sz="1800" dirty="0"/>
              <a:t>ñada para personas que hacen</a:t>
            </a:r>
            <a:r>
              <a:rPr lang="es-ES" sz="1800" dirty="0"/>
              <a:t> compras frecuentes en supermercados pero que no tienen uno cercano o prefieren evitar desplazamientos. También incluyen clientes que buscan ahorrar tiempo y recibir productos directamente en casa.</a:t>
            </a:r>
          </a:p>
          <a:p>
            <a:pPr algn="just"/>
            <a:endParaRPr lang="es-ES" sz="1800" dirty="0"/>
          </a:p>
          <a:p>
            <a:pPr algn="just"/>
            <a:r>
              <a:rPr lang="es-ES" sz="1800" dirty="0"/>
              <a:t>Rango de edad</a:t>
            </a:r>
            <a:r>
              <a:rPr lang="en-US" sz="1800" dirty="0"/>
              <a:t>: La App Movil esta dise</a:t>
            </a:r>
            <a:r>
              <a:rPr lang="es-CO" sz="1800" dirty="0"/>
              <a:t>ñada para que personas de (18 a 50 años) que ya manejan sus compras de manera independiente y valoran el trabajo.</a:t>
            </a:r>
          </a:p>
          <a:p>
            <a:pPr algn="just"/>
            <a:endParaRPr lang="en-US" sz="1800" dirty="0"/>
          </a:p>
          <a:p>
            <a:pPr algn="just"/>
            <a:r>
              <a:rPr lang="es-ES" sz="1800" dirty="0"/>
              <a:t>Nivel tecnológico: Se encuentra en un nivel medio, ya que son personas que han utilizado algunas aplicaciones de domicilios o de compras en línea.</a:t>
            </a:r>
          </a:p>
          <a:p>
            <a:pPr algn="just"/>
            <a:endParaRPr lang="es-ES" sz="1800" b="1" dirty="0"/>
          </a:p>
          <a:p>
            <a:pPr algn="just"/>
            <a:r>
              <a:rPr lang="es-ES" sz="1800" dirty="0"/>
              <a:t>Frecuencia de uso prevista: De 2 a 5 veces por semana, dependiendo de la necesidad de reabastecer productos de aseo, alimentos o compras rápidas que se olvidaron en la compra mensual.</a:t>
            </a:r>
            <a:endParaRPr lang="en-US" sz="1800" dirty="0"/>
          </a:p>
        </p:txBody>
      </p:sp>
      <p:pic>
        <p:nvPicPr>
          <p:cNvPr id="4" name="Imagen 3">
            <a:extLst>
              <a:ext uri="{FF2B5EF4-FFF2-40B4-BE49-F238E27FC236}">
                <a16:creationId xmlns:a16="http://schemas.microsoft.com/office/drawing/2014/main" id="{57886725-70B3-E9FD-687C-8F3BE13F6D50}"/>
              </a:ext>
            </a:extLst>
          </p:cNvPr>
          <p:cNvPicPr>
            <a:picLocks noChangeAspect="1"/>
          </p:cNvPicPr>
          <p:nvPr/>
        </p:nvPicPr>
        <p:blipFill>
          <a:blip r:embed="rId2"/>
          <a:stretch>
            <a:fillRect/>
          </a:stretch>
        </p:blipFill>
        <p:spPr>
          <a:xfrm>
            <a:off x="768027" y="1714500"/>
            <a:ext cx="3429000" cy="3429000"/>
          </a:xfrm>
          <a:prstGeom prst="rect">
            <a:avLst/>
          </a:prstGeom>
        </p:spPr>
      </p:pic>
    </p:spTree>
    <p:extLst>
      <p:ext uri="{BB962C8B-B14F-4D97-AF65-F5344CB8AC3E}">
        <p14:creationId xmlns:p14="http://schemas.microsoft.com/office/powerpoint/2010/main" val="3100657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059A7B2-5F0A-DE39-D81F-9777AB96E6B2}"/>
              </a:ext>
            </a:extLst>
          </p:cNvPr>
          <p:cNvSpPr txBox="1"/>
          <p:nvPr/>
        </p:nvSpPr>
        <p:spPr>
          <a:xfrm>
            <a:off x="3473169" y="544747"/>
            <a:ext cx="5247249" cy="523220"/>
          </a:xfrm>
          <a:prstGeom prst="rect">
            <a:avLst/>
          </a:prstGeom>
          <a:noFill/>
        </p:spPr>
        <p:txBody>
          <a:bodyPr wrap="square" rtlCol="0">
            <a:spAutoFit/>
          </a:bodyPr>
          <a:lstStyle/>
          <a:p>
            <a:pPr algn="ctr"/>
            <a:r>
              <a:rPr lang="en-US" sz="2800" dirty="0"/>
              <a:t>Tipo de aplicacion</a:t>
            </a:r>
          </a:p>
        </p:txBody>
      </p:sp>
      <p:sp>
        <p:nvSpPr>
          <p:cNvPr id="3" name="CuadroTexto 2">
            <a:extLst>
              <a:ext uri="{FF2B5EF4-FFF2-40B4-BE49-F238E27FC236}">
                <a16:creationId xmlns:a16="http://schemas.microsoft.com/office/drawing/2014/main" id="{6026CF34-FDBD-ECD3-D652-8CD9CBC11174}"/>
              </a:ext>
            </a:extLst>
          </p:cNvPr>
          <p:cNvSpPr txBox="1"/>
          <p:nvPr/>
        </p:nvSpPr>
        <p:spPr>
          <a:xfrm>
            <a:off x="257452" y="1551189"/>
            <a:ext cx="5992427" cy="2380011"/>
          </a:xfrm>
          <a:prstGeom prst="rect">
            <a:avLst/>
          </a:prstGeom>
          <a:noFill/>
        </p:spPr>
        <p:txBody>
          <a:bodyPr wrap="square" rtlCol="0">
            <a:spAutoFit/>
          </a:bodyPr>
          <a:lstStyle/>
          <a:p>
            <a:pPr algn="just"/>
            <a:r>
              <a:rPr lang="es-ES" sz="1800" dirty="0"/>
              <a:t>Esta aplicación será desarrollada para Android, ya que es la plataforma principal y ofrece una mayor cobertura de usuarios. Además, será una app híbrida, lo que permitirá que, aunque inicialmente se publique solo en Android, en una versión avanzada pueda lanzarse también para iOS. De esta manera, será más sencillo y económico mantener una única base de código en lugar de gestionar 2 diferentes.</a:t>
            </a:r>
          </a:p>
          <a:p>
            <a:endParaRPr lang="en-US" dirty="0"/>
          </a:p>
        </p:txBody>
      </p:sp>
      <p:sp>
        <p:nvSpPr>
          <p:cNvPr id="4" name="CuadroTexto 3">
            <a:extLst>
              <a:ext uri="{FF2B5EF4-FFF2-40B4-BE49-F238E27FC236}">
                <a16:creationId xmlns:a16="http://schemas.microsoft.com/office/drawing/2014/main" id="{3E46A94E-9189-F63B-5CCE-8819DAB64F38}"/>
              </a:ext>
            </a:extLst>
          </p:cNvPr>
          <p:cNvSpPr txBox="1"/>
          <p:nvPr/>
        </p:nvSpPr>
        <p:spPr>
          <a:xfrm>
            <a:off x="6809173" y="4029164"/>
            <a:ext cx="5126963" cy="1200329"/>
          </a:xfrm>
          <a:prstGeom prst="rect">
            <a:avLst/>
          </a:prstGeom>
          <a:noFill/>
        </p:spPr>
        <p:txBody>
          <a:bodyPr wrap="square" rtlCol="0">
            <a:spAutoFit/>
          </a:bodyPr>
          <a:lstStyle/>
          <a:p>
            <a:pPr algn="just"/>
            <a:r>
              <a:rPr lang="es-ES" sz="1800" dirty="0"/>
              <a:t>El alcance que buscamos es que el cliente pueda realizar sus compras en línea de manera sencilla y que el </a:t>
            </a:r>
            <a:r>
              <a:rPr lang="es-ES" sz="1800" i="1" dirty="0"/>
              <a:t>stakeholder</a:t>
            </a:r>
            <a:r>
              <a:rPr lang="es-ES" sz="1800" dirty="0"/>
              <a:t> pueda recibir todos los pedidos y gestionar los domicilios de forma eficiente.</a:t>
            </a:r>
            <a:endParaRPr lang="en-US" sz="1800" dirty="0"/>
          </a:p>
        </p:txBody>
      </p:sp>
      <p:sp>
        <p:nvSpPr>
          <p:cNvPr id="6" name="Rectangle 1">
            <a:extLst>
              <a:ext uri="{FF2B5EF4-FFF2-40B4-BE49-F238E27FC236}">
                <a16:creationId xmlns:a16="http://schemas.microsoft.com/office/drawing/2014/main" id="{1E1C1D97-DC8E-801E-7A45-95B356558AD6}"/>
              </a:ext>
            </a:extLst>
          </p:cNvPr>
          <p:cNvSpPr>
            <a:spLocks noChangeArrowheads="1"/>
          </p:cNvSpPr>
          <p:nvPr/>
        </p:nvSpPr>
        <p:spPr bwMode="auto">
          <a:xfrm>
            <a:off x="559294" y="-2609793"/>
            <a:ext cx="121935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Diseño (UI/UX):</a:t>
            </a:r>
            <a:r>
              <a:rPr kumimoji="0" lang="en-US" altLang="en-US" sz="1800" b="0" i="0" u="none" strike="noStrike" cap="none" normalizeH="0" baseline="0" dirty="0">
                <a:ln>
                  <a:noFill/>
                </a:ln>
                <a:solidFill>
                  <a:schemeClr val="tx1"/>
                </a:solidFill>
                <a:effectLst/>
                <a:latin typeface="Arial" panose="020B0604020202020204" pitchFamily="34" charset="0"/>
              </a:rPr>
              <a:t> $1.000 – $2.000 USD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Desarrollo App (frontend + backend):</a:t>
            </a:r>
            <a:r>
              <a:rPr kumimoji="0" lang="en-US" altLang="en-US" sz="1800" b="0" i="0" u="none" strike="noStrike" cap="none" normalizeH="0" baseline="0" dirty="0">
                <a:ln>
                  <a:noFill/>
                </a:ln>
                <a:solidFill>
                  <a:schemeClr val="tx1"/>
                </a:solidFill>
                <a:effectLst/>
                <a:latin typeface="Arial" panose="020B0604020202020204" pitchFamily="34" charset="0"/>
              </a:rPr>
              <a:t> $4.000 – $7.000 USD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Servidor, base de datos y APIs:</a:t>
            </a:r>
            <a:r>
              <a:rPr kumimoji="0" lang="en-US" altLang="en-US" sz="1800" b="0" i="0" u="none" strike="noStrike" cap="none" normalizeH="0" baseline="0" dirty="0">
                <a:ln>
                  <a:noFill/>
                </a:ln>
                <a:solidFill>
                  <a:schemeClr val="tx1"/>
                </a:solidFill>
                <a:effectLst/>
                <a:latin typeface="Arial" panose="020B0604020202020204" pitchFamily="34" charset="0"/>
              </a:rPr>
              <a:t> $800 – $1.500 USD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Pruebas y QA:</a:t>
            </a:r>
            <a:r>
              <a:rPr kumimoji="0" lang="en-US" altLang="en-US" sz="1800" b="0" i="0" u="none" strike="noStrike" cap="none" normalizeH="0" baseline="0" dirty="0">
                <a:ln>
                  <a:noFill/>
                </a:ln>
                <a:solidFill>
                  <a:schemeClr val="tx1"/>
                </a:solidFill>
                <a:effectLst/>
                <a:latin typeface="Arial" panose="020B0604020202020204" pitchFamily="34" charset="0"/>
              </a:rPr>
              <a:t> $1.000 – $2.000 USD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Mantenimiento inicial (3 a 6 meses):</a:t>
            </a:r>
            <a:r>
              <a:rPr kumimoji="0" lang="en-US" altLang="en-US" sz="1800" b="0" i="0" u="none" strike="noStrike" cap="none" normalizeH="0" baseline="0" dirty="0">
                <a:ln>
                  <a:noFill/>
                </a:ln>
                <a:solidFill>
                  <a:schemeClr val="tx1"/>
                </a:solidFill>
                <a:effectLst/>
                <a:latin typeface="Arial" panose="020B0604020202020204" pitchFamily="34" charset="0"/>
              </a:rPr>
              <a:t> $1.000 – $2.000 USD</a:t>
            </a:r>
          </a:p>
        </p:txBody>
      </p:sp>
      <p:pic>
        <p:nvPicPr>
          <p:cNvPr id="11" name="Imagen 10">
            <a:extLst>
              <a:ext uri="{FF2B5EF4-FFF2-40B4-BE49-F238E27FC236}">
                <a16:creationId xmlns:a16="http://schemas.microsoft.com/office/drawing/2014/main" id="{C9180BC1-943D-1739-EFDA-1D0A9F5C5765}"/>
              </a:ext>
            </a:extLst>
          </p:cNvPr>
          <p:cNvPicPr>
            <a:picLocks noChangeAspect="1"/>
          </p:cNvPicPr>
          <p:nvPr/>
        </p:nvPicPr>
        <p:blipFill>
          <a:blip r:embed="rId2"/>
          <a:stretch>
            <a:fillRect/>
          </a:stretch>
        </p:blipFill>
        <p:spPr>
          <a:xfrm>
            <a:off x="7607570" y="1162225"/>
            <a:ext cx="3810452" cy="2380011"/>
          </a:xfrm>
          <a:prstGeom prst="rect">
            <a:avLst/>
          </a:prstGeom>
        </p:spPr>
      </p:pic>
      <p:pic>
        <p:nvPicPr>
          <p:cNvPr id="12" name="Imagen 11">
            <a:extLst>
              <a:ext uri="{FF2B5EF4-FFF2-40B4-BE49-F238E27FC236}">
                <a16:creationId xmlns:a16="http://schemas.microsoft.com/office/drawing/2014/main" id="{FEDED34A-1232-C6CE-3154-4901BBFEA482}"/>
              </a:ext>
            </a:extLst>
          </p:cNvPr>
          <p:cNvPicPr>
            <a:picLocks noChangeAspect="1"/>
          </p:cNvPicPr>
          <p:nvPr/>
        </p:nvPicPr>
        <p:blipFill>
          <a:blip r:embed="rId3"/>
          <a:stretch>
            <a:fillRect/>
          </a:stretch>
        </p:blipFill>
        <p:spPr>
          <a:xfrm>
            <a:off x="1520355" y="3783782"/>
            <a:ext cx="3113789" cy="2594824"/>
          </a:xfrm>
          <a:prstGeom prst="rect">
            <a:avLst/>
          </a:prstGeom>
        </p:spPr>
      </p:pic>
    </p:spTree>
    <p:extLst>
      <p:ext uri="{BB962C8B-B14F-4D97-AF65-F5344CB8AC3E}">
        <p14:creationId xmlns:p14="http://schemas.microsoft.com/office/powerpoint/2010/main" val="354690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62C2521-D311-6395-0239-27ACBEDBDA87}"/>
              </a:ext>
            </a:extLst>
          </p:cNvPr>
          <p:cNvSpPr txBox="1"/>
          <p:nvPr/>
        </p:nvSpPr>
        <p:spPr>
          <a:xfrm>
            <a:off x="665825" y="1684997"/>
            <a:ext cx="5983549" cy="2657009"/>
          </a:xfrm>
          <a:prstGeom prst="rect">
            <a:avLst/>
          </a:prstGeom>
          <a:noFill/>
        </p:spPr>
        <p:txBody>
          <a:bodyPr wrap="square" rtlCol="0">
            <a:spAutoFit/>
          </a:bodyPr>
          <a:lstStyle/>
          <a:p>
            <a:pPr algn="just"/>
            <a:r>
              <a:rPr lang="es-ES" sz="1800" dirty="0"/>
              <a:t>Nuestro presupuesto y tiempo disponible, al estar enfocados únicamente en una versión para Android, se estiman en un plazo de 2 a 3 meses para entregar un MVP de la aplicación. Dado que solo una persona se encargará de todo el desarrollo, deberá asumir el diseño de la interfaz, el desarrollo de la app, la implementación de la base de datos y los costos de mantenimiento. Esto convierte el proyecto en uno de nivel medio en cuanto a alcance y complejidad. </a:t>
            </a:r>
            <a:r>
              <a:rPr lang="es-CO" sz="1800" dirty="0"/>
              <a:t>costo</a:t>
            </a:r>
            <a:r>
              <a:rPr lang="en-US" sz="1800" dirty="0"/>
              <a:t>: </a:t>
            </a:r>
          </a:p>
          <a:p>
            <a:endParaRPr lang="en-US" dirty="0"/>
          </a:p>
        </p:txBody>
      </p:sp>
      <p:sp>
        <p:nvSpPr>
          <p:cNvPr id="10" name="Rectangle 3">
            <a:extLst>
              <a:ext uri="{FF2B5EF4-FFF2-40B4-BE49-F238E27FC236}">
                <a16:creationId xmlns:a16="http://schemas.microsoft.com/office/drawing/2014/main" id="{9F294B26-80C5-32E5-40D4-A124A9D115A6}"/>
              </a:ext>
            </a:extLst>
          </p:cNvPr>
          <p:cNvSpPr>
            <a:spLocks noChangeArrowheads="1"/>
          </p:cNvSpPr>
          <p:nvPr/>
        </p:nvSpPr>
        <p:spPr bwMode="auto">
          <a:xfrm>
            <a:off x="628587" y="4177796"/>
            <a:ext cx="602078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mj-lt"/>
              </a:rPr>
              <a:t>Diseño (UI/UX): $100 USD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mj-lt"/>
              </a:rPr>
              <a:t>Desarrollo App (frontend + backend): $500 USD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mj-lt"/>
              </a:rPr>
              <a:t>Servidor, base de datos y APIs: $250 USD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mj-lt"/>
              </a:rPr>
              <a:t>Pruebas y QA: $2</a:t>
            </a:r>
            <a:r>
              <a:rPr lang="en-US" altLang="en-US" sz="1800" dirty="0">
                <a:latin typeface="+mj-lt"/>
              </a:rPr>
              <a:t>50 </a:t>
            </a:r>
            <a:r>
              <a:rPr kumimoji="0" lang="en-US" altLang="en-US" sz="1800" i="0" u="none" strike="noStrike" cap="none" normalizeH="0" baseline="0" dirty="0">
                <a:ln>
                  <a:noFill/>
                </a:ln>
                <a:solidFill>
                  <a:schemeClr val="tx1"/>
                </a:solidFill>
                <a:effectLst/>
                <a:latin typeface="+mj-lt"/>
              </a:rPr>
              <a:t>USD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mj-lt"/>
              </a:rPr>
              <a:t>Mantenimiento inicial (3 a 6 meses): $200USD</a:t>
            </a:r>
          </a:p>
          <a:p>
            <a:pPr marL="0" marR="0" lvl="0" indent="0" algn="just" defTabSz="914400" rtl="0" eaLnBrk="0" fontAlgn="base" latinLnBrk="0" hangingPunct="0">
              <a:lnSpc>
                <a:spcPct val="100000"/>
              </a:lnSpc>
              <a:spcBef>
                <a:spcPct val="0"/>
              </a:spcBef>
              <a:spcAft>
                <a:spcPct val="0"/>
              </a:spcAft>
              <a:buClrTx/>
              <a:buSzTx/>
              <a:tabLst/>
            </a:pPr>
            <a:r>
              <a:rPr lang="en-US" altLang="en-US" sz="1800" dirty="0">
                <a:latin typeface="+mj-lt"/>
              </a:rPr>
              <a:t>Valor aproximado de 1300 USD (5400000 pesos colombianos).</a:t>
            </a:r>
            <a:endParaRPr kumimoji="0" lang="en-US" altLang="en-US" sz="1800" i="0" u="none" strike="noStrike" cap="none" normalizeH="0" baseline="0" dirty="0">
              <a:ln>
                <a:noFill/>
              </a:ln>
              <a:solidFill>
                <a:schemeClr val="tx1"/>
              </a:solidFill>
              <a:effectLst/>
              <a:latin typeface="+mj-lt"/>
            </a:endParaRPr>
          </a:p>
        </p:txBody>
      </p:sp>
      <p:sp>
        <p:nvSpPr>
          <p:cNvPr id="3" name="CuadroTexto 2">
            <a:extLst>
              <a:ext uri="{FF2B5EF4-FFF2-40B4-BE49-F238E27FC236}">
                <a16:creationId xmlns:a16="http://schemas.microsoft.com/office/drawing/2014/main" id="{2CA77B9D-81A6-64BF-9673-FCAF99F5E056}"/>
              </a:ext>
            </a:extLst>
          </p:cNvPr>
          <p:cNvSpPr txBox="1"/>
          <p:nvPr/>
        </p:nvSpPr>
        <p:spPr>
          <a:xfrm>
            <a:off x="2785118" y="725823"/>
            <a:ext cx="6623352" cy="523220"/>
          </a:xfrm>
          <a:prstGeom prst="rect">
            <a:avLst/>
          </a:prstGeom>
          <a:noFill/>
        </p:spPr>
        <p:txBody>
          <a:bodyPr wrap="square" rtlCol="0">
            <a:spAutoFit/>
          </a:bodyPr>
          <a:lstStyle/>
          <a:p>
            <a:pPr algn="ctr"/>
            <a:r>
              <a:rPr lang="en-US" sz="2800" dirty="0"/>
              <a:t>Presupuesto y tiempo estimado</a:t>
            </a:r>
          </a:p>
        </p:txBody>
      </p:sp>
      <p:pic>
        <p:nvPicPr>
          <p:cNvPr id="4" name="Imagen 3">
            <a:extLst>
              <a:ext uri="{FF2B5EF4-FFF2-40B4-BE49-F238E27FC236}">
                <a16:creationId xmlns:a16="http://schemas.microsoft.com/office/drawing/2014/main" id="{176F9FEC-A282-DF82-267A-0EA2F650A3EA}"/>
              </a:ext>
            </a:extLst>
          </p:cNvPr>
          <p:cNvPicPr>
            <a:picLocks noChangeAspect="1"/>
          </p:cNvPicPr>
          <p:nvPr/>
        </p:nvPicPr>
        <p:blipFill>
          <a:blip r:embed="rId2"/>
          <a:stretch>
            <a:fillRect/>
          </a:stretch>
        </p:blipFill>
        <p:spPr>
          <a:xfrm>
            <a:off x="7339676" y="1580584"/>
            <a:ext cx="3917209" cy="3917209"/>
          </a:xfrm>
          <a:prstGeom prst="rect">
            <a:avLst/>
          </a:prstGeom>
        </p:spPr>
      </p:pic>
    </p:spTree>
    <p:extLst>
      <p:ext uri="{BB962C8B-B14F-4D97-AF65-F5344CB8AC3E}">
        <p14:creationId xmlns:p14="http://schemas.microsoft.com/office/powerpoint/2010/main" val="2140658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7DA1803-6EE2-100B-6AA1-F83BE4155880}"/>
              </a:ext>
            </a:extLst>
          </p:cNvPr>
          <p:cNvSpPr txBox="1"/>
          <p:nvPr/>
        </p:nvSpPr>
        <p:spPr>
          <a:xfrm>
            <a:off x="905522" y="825623"/>
            <a:ext cx="3473257" cy="954107"/>
          </a:xfrm>
          <a:prstGeom prst="rect">
            <a:avLst/>
          </a:prstGeom>
          <a:noFill/>
        </p:spPr>
        <p:txBody>
          <a:bodyPr wrap="square" rtlCol="0">
            <a:spAutoFit/>
          </a:bodyPr>
          <a:lstStyle/>
          <a:p>
            <a:pPr algn="ctr"/>
            <a:r>
              <a:rPr lang="es-CO" sz="2800" dirty="0"/>
              <a:t>Ciclo de vida de nuestro proyecto</a:t>
            </a:r>
            <a:endParaRPr lang="en-US" sz="2800" dirty="0"/>
          </a:p>
        </p:txBody>
      </p:sp>
      <p:pic>
        <p:nvPicPr>
          <p:cNvPr id="6" name="Imagen 5">
            <a:extLst>
              <a:ext uri="{FF2B5EF4-FFF2-40B4-BE49-F238E27FC236}">
                <a16:creationId xmlns:a16="http://schemas.microsoft.com/office/drawing/2014/main" id="{1854590D-F76D-DBD5-591E-557B9C7F32D4}"/>
              </a:ext>
            </a:extLst>
          </p:cNvPr>
          <p:cNvPicPr>
            <a:picLocks noChangeAspect="1"/>
          </p:cNvPicPr>
          <p:nvPr/>
        </p:nvPicPr>
        <p:blipFill>
          <a:blip r:embed="rId2"/>
          <a:stretch>
            <a:fillRect/>
          </a:stretch>
        </p:blipFill>
        <p:spPr>
          <a:xfrm>
            <a:off x="4526649" y="825623"/>
            <a:ext cx="3638323" cy="5056526"/>
          </a:xfrm>
          <a:prstGeom prst="rect">
            <a:avLst/>
          </a:prstGeom>
        </p:spPr>
      </p:pic>
    </p:spTree>
    <p:extLst>
      <p:ext uri="{BB962C8B-B14F-4D97-AF65-F5344CB8AC3E}">
        <p14:creationId xmlns:p14="http://schemas.microsoft.com/office/powerpoint/2010/main" val="3826561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76BF91E-F932-F71D-F796-7B7B8E13DD95}"/>
              </a:ext>
            </a:extLst>
          </p:cNvPr>
          <p:cNvSpPr txBox="1"/>
          <p:nvPr/>
        </p:nvSpPr>
        <p:spPr>
          <a:xfrm>
            <a:off x="2272683" y="905522"/>
            <a:ext cx="7892249" cy="523220"/>
          </a:xfrm>
          <a:prstGeom prst="rect">
            <a:avLst/>
          </a:prstGeom>
          <a:noFill/>
        </p:spPr>
        <p:txBody>
          <a:bodyPr wrap="square" rtlCol="0">
            <a:spAutoFit/>
          </a:bodyPr>
          <a:lstStyle/>
          <a:p>
            <a:pPr algn="ctr"/>
            <a:r>
              <a:rPr lang="en-US" sz="2800" dirty="0"/>
              <a:t>Planificación Inicial del proyecto</a:t>
            </a:r>
          </a:p>
        </p:txBody>
      </p:sp>
      <p:sp>
        <p:nvSpPr>
          <p:cNvPr id="3" name="CuadroTexto 2">
            <a:extLst>
              <a:ext uri="{FF2B5EF4-FFF2-40B4-BE49-F238E27FC236}">
                <a16:creationId xmlns:a16="http://schemas.microsoft.com/office/drawing/2014/main" id="{0EC24843-0DFD-238F-AF0E-AD96F47CA7CF}"/>
              </a:ext>
            </a:extLst>
          </p:cNvPr>
          <p:cNvSpPr txBox="1"/>
          <p:nvPr/>
        </p:nvSpPr>
        <p:spPr>
          <a:xfrm>
            <a:off x="497150" y="1935332"/>
            <a:ext cx="11558726" cy="646331"/>
          </a:xfrm>
          <a:prstGeom prst="rect">
            <a:avLst/>
          </a:prstGeom>
          <a:noFill/>
        </p:spPr>
        <p:txBody>
          <a:bodyPr wrap="square" rtlCol="0">
            <a:spAutoFit/>
          </a:bodyPr>
          <a:lstStyle/>
          <a:p>
            <a:r>
              <a:rPr lang="es-CO" sz="1800" dirty="0"/>
              <a:t>Vamos a utilizar la herramienta trello donde vamos a tener todo el backlog y el progreso desde que empezamos con la HU hasta el terminado.  Vamos a colocar algunas Historias de usuario</a:t>
            </a:r>
          </a:p>
        </p:txBody>
      </p:sp>
      <p:pic>
        <p:nvPicPr>
          <p:cNvPr id="5" name="Imagen 4">
            <a:extLst>
              <a:ext uri="{FF2B5EF4-FFF2-40B4-BE49-F238E27FC236}">
                <a16:creationId xmlns:a16="http://schemas.microsoft.com/office/drawing/2014/main" id="{13A7B4F1-2C22-3872-2FFE-6BE8C63F73F6}"/>
              </a:ext>
            </a:extLst>
          </p:cNvPr>
          <p:cNvPicPr>
            <a:picLocks noChangeAspect="1"/>
          </p:cNvPicPr>
          <p:nvPr/>
        </p:nvPicPr>
        <p:blipFill>
          <a:blip r:embed="rId2"/>
          <a:stretch>
            <a:fillRect/>
          </a:stretch>
        </p:blipFill>
        <p:spPr>
          <a:xfrm>
            <a:off x="819944" y="2960810"/>
            <a:ext cx="10553700" cy="2343150"/>
          </a:xfrm>
          <a:prstGeom prst="rect">
            <a:avLst/>
          </a:prstGeom>
        </p:spPr>
      </p:pic>
    </p:spTree>
    <p:extLst>
      <p:ext uri="{BB962C8B-B14F-4D97-AF65-F5344CB8AC3E}">
        <p14:creationId xmlns:p14="http://schemas.microsoft.com/office/powerpoint/2010/main" val="1836055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711B56D-A1D3-82B7-AACE-614B9837BD83}"/>
              </a:ext>
            </a:extLst>
          </p:cNvPr>
          <p:cNvPicPr>
            <a:picLocks noChangeAspect="1"/>
          </p:cNvPicPr>
          <p:nvPr/>
        </p:nvPicPr>
        <p:blipFill>
          <a:blip r:embed="rId2"/>
          <a:stretch>
            <a:fillRect/>
          </a:stretch>
        </p:blipFill>
        <p:spPr>
          <a:xfrm>
            <a:off x="1491456" y="592895"/>
            <a:ext cx="9210675" cy="2324100"/>
          </a:xfrm>
          <a:prstGeom prst="rect">
            <a:avLst/>
          </a:prstGeom>
        </p:spPr>
      </p:pic>
      <p:pic>
        <p:nvPicPr>
          <p:cNvPr id="5" name="Imagen 4">
            <a:extLst>
              <a:ext uri="{FF2B5EF4-FFF2-40B4-BE49-F238E27FC236}">
                <a16:creationId xmlns:a16="http://schemas.microsoft.com/office/drawing/2014/main" id="{F09AB979-2F79-14C4-3630-00D4C4A95F5A}"/>
              </a:ext>
            </a:extLst>
          </p:cNvPr>
          <p:cNvPicPr>
            <a:picLocks noChangeAspect="1"/>
          </p:cNvPicPr>
          <p:nvPr/>
        </p:nvPicPr>
        <p:blipFill>
          <a:blip r:embed="rId3"/>
          <a:stretch>
            <a:fillRect/>
          </a:stretch>
        </p:blipFill>
        <p:spPr>
          <a:xfrm>
            <a:off x="1229519" y="3310377"/>
            <a:ext cx="9734550" cy="2009775"/>
          </a:xfrm>
          <a:prstGeom prst="rect">
            <a:avLst/>
          </a:prstGeom>
        </p:spPr>
      </p:pic>
    </p:spTree>
    <p:extLst>
      <p:ext uri="{BB962C8B-B14F-4D97-AF65-F5344CB8AC3E}">
        <p14:creationId xmlns:p14="http://schemas.microsoft.com/office/powerpoint/2010/main" val="115407493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576</TotalTime>
  <Words>684</Words>
  <Application>Microsoft Office PowerPoint</Application>
  <PresentationFormat>Personalizado</PresentationFormat>
  <Paragraphs>44</Paragraphs>
  <Slides>9</Slides>
  <Notes>0</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9</vt:i4>
      </vt:variant>
    </vt:vector>
  </HeadingPairs>
  <TitlesOfParts>
    <vt:vector size="11" baseType="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Katherine Bello</dc:creator>
  <cp:lastModifiedBy>Juan jose Torrejano rojas</cp:lastModifiedBy>
  <cp:revision>12</cp:revision>
  <dcterms:created xsi:type="dcterms:W3CDTF">2020-08-21T13:03:05Z</dcterms:created>
  <dcterms:modified xsi:type="dcterms:W3CDTF">2025-09-08T23:47:03Z</dcterms:modified>
</cp:coreProperties>
</file>